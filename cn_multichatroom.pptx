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sldIdLst>
    <p:sldId id="256" r:id="rId2"/>
    <p:sldId id="258" r:id="rId3"/>
    <p:sldId id="259" r:id="rId4"/>
    <p:sldId id="260" r:id="rId5"/>
    <p:sldId id="266" r:id="rId6"/>
    <p:sldId id="261" r:id="rId7"/>
    <p:sldId id="262" r:id="rId8"/>
    <p:sldId id="263" r:id="rId9"/>
    <p:sldId id="267" r:id="rId10"/>
    <p:sldId id="272" r:id="rId11"/>
    <p:sldId id="273" r:id="rId12"/>
    <p:sldId id="274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A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-733-032_MANKALI RAKESH" userId="09232a42-2dfb-4985-af3c-ff0b7c375639" providerId="ADAL" clId="{C817A97E-FD42-4C66-9454-68A075DFA470}"/>
    <pc:docChg chg="modSld">
      <pc:chgData name="23-733-032_MANKALI RAKESH" userId="09232a42-2dfb-4985-af3c-ff0b7c375639" providerId="ADAL" clId="{C817A97E-FD42-4C66-9454-68A075DFA470}" dt="2025-10-22T09:45:55.233" v="0" actId="14734"/>
      <pc:docMkLst>
        <pc:docMk/>
      </pc:docMkLst>
      <pc:sldChg chg="modSp mod">
        <pc:chgData name="23-733-032_MANKALI RAKESH" userId="09232a42-2dfb-4985-af3c-ff0b7c375639" providerId="ADAL" clId="{C817A97E-FD42-4C66-9454-68A075DFA470}" dt="2025-10-22T09:45:55.233" v="0" actId="14734"/>
        <pc:sldMkLst>
          <pc:docMk/>
          <pc:sldMk cId="2141719295" sldId="266"/>
        </pc:sldMkLst>
        <pc:graphicFrameChg chg="modGraphic">
          <ac:chgData name="23-733-032_MANKALI RAKESH" userId="09232a42-2dfb-4985-af3c-ff0b7c375639" providerId="ADAL" clId="{C817A97E-FD42-4C66-9454-68A075DFA470}" dt="2025-10-22T09:45:55.233" v="0" actId="14734"/>
          <ac:graphicFrameMkLst>
            <pc:docMk/>
            <pc:sldMk cId="2141719295" sldId="266"/>
            <ac:graphicFrameMk id="4" creationId="{C3424A47-FDBF-BF79-EF32-F0DFCAF9BA0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85A1C-9F73-4808-92CB-E97D9ED247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E4988B-A90D-4D65-BC13-2F63D6DA990E}">
      <dgm:prSet/>
      <dgm:spPr/>
      <dgm:t>
        <a:bodyPr/>
        <a:lstStyle/>
        <a:p>
          <a:r>
            <a:rPr lang="en-US"/>
            <a:t>Communication systems are a core aspect of networking.</a:t>
          </a:r>
        </a:p>
      </dgm:t>
    </dgm:pt>
    <dgm:pt modelId="{370B695D-FF75-4F43-8EB9-114021657781}" type="parTrans" cxnId="{8C77B64D-BCD8-4822-9DD5-2C4AC3DF27F5}">
      <dgm:prSet/>
      <dgm:spPr/>
      <dgm:t>
        <a:bodyPr/>
        <a:lstStyle/>
        <a:p>
          <a:endParaRPr lang="en-US"/>
        </a:p>
      </dgm:t>
    </dgm:pt>
    <dgm:pt modelId="{F0350CC5-1536-476A-92EE-BFB7B8EDA735}" type="sibTrans" cxnId="{8C77B64D-BCD8-4822-9DD5-2C4AC3DF27F5}">
      <dgm:prSet/>
      <dgm:spPr/>
      <dgm:t>
        <a:bodyPr/>
        <a:lstStyle/>
        <a:p>
          <a:endParaRPr lang="en-US"/>
        </a:p>
      </dgm:t>
    </dgm:pt>
    <dgm:pt modelId="{CDE8E96E-7EFA-466F-B32C-B7D1F4534A4E}">
      <dgm:prSet/>
      <dgm:spPr/>
      <dgm:t>
        <a:bodyPr/>
        <a:lstStyle/>
        <a:p>
          <a:r>
            <a:rPr lang="en-US"/>
            <a:t>Chat applications facilitate real-time message exchange between clients through a server.</a:t>
          </a:r>
        </a:p>
      </dgm:t>
    </dgm:pt>
    <dgm:pt modelId="{AA2C9D66-A34D-4352-A504-6B443E640F7F}" type="parTrans" cxnId="{79B11EC5-B071-42DA-A1A1-DCDA6C842C4D}">
      <dgm:prSet/>
      <dgm:spPr/>
      <dgm:t>
        <a:bodyPr/>
        <a:lstStyle/>
        <a:p>
          <a:endParaRPr lang="en-US"/>
        </a:p>
      </dgm:t>
    </dgm:pt>
    <dgm:pt modelId="{DC95744E-106E-4EE3-A194-26333B2E2D38}" type="sibTrans" cxnId="{79B11EC5-B071-42DA-A1A1-DCDA6C842C4D}">
      <dgm:prSet/>
      <dgm:spPr/>
      <dgm:t>
        <a:bodyPr/>
        <a:lstStyle/>
        <a:p>
          <a:endParaRPr lang="en-US"/>
        </a:p>
      </dgm:t>
    </dgm:pt>
    <dgm:pt modelId="{611366F9-A08A-40EC-A711-2341AEB8AA79}">
      <dgm:prSet/>
      <dgm:spPr/>
      <dgm:t>
        <a:bodyPr/>
        <a:lstStyle/>
        <a:p>
          <a:r>
            <a:rPr lang="en-US"/>
            <a:t>This project focuses on enabling multiple users to join specific chat rooms, enhancing privacy and scalability.</a:t>
          </a:r>
        </a:p>
      </dgm:t>
    </dgm:pt>
    <dgm:pt modelId="{2F840049-40B8-4AEC-897E-EFB0DC747D94}" type="parTrans" cxnId="{756FDF16-7D6A-4C56-B88F-AE62E5F6FE91}">
      <dgm:prSet/>
      <dgm:spPr/>
      <dgm:t>
        <a:bodyPr/>
        <a:lstStyle/>
        <a:p>
          <a:endParaRPr lang="en-US"/>
        </a:p>
      </dgm:t>
    </dgm:pt>
    <dgm:pt modelId="{2FCF2C9F-66D9-4643-826D-9E20F7971F5B}" type="sibTrans" cxnId="{756FDF16-7D6A-4C56-B88F-AE62E5F6FE91}">
      <dgm:prSet/>
      <dgm:spPr/>
      <dgm:t>
        <a:bodyPr/>
        <a:lstStyle/>
        <a:p>
          <a:endParaRPr lang="en-US"/>
        </a:p>
      </dgm:t>
    </dgm:pt>
    <dgm:pt modelId="{1900BA00-15C7-41EE-A4E4-FA7E5F78BF52}" type="pres">
      <dgm:prSet presAssocID="{7A985A1C-9F73-4808-92CB-E97D9ED247AF}" presName="root" presStyleCnt="0">
        <dgm:presLayoutVars>
          <dgm:dir/>
          <dgm:resizeHandles val="exact"/>
        </dgm:presLayoutVars>
      </dgm:prSet>
      <dgm:spPr/>
    </dgm:pt>
    <dgm:pt modelId="{FB10D162-F517-4876-A2D1-0B5BAAEDC196}" type="pres">
      <dgm:prSet presAssocID="{63E4988B-A90D-4D65-BC13-2F63D6DA990E}" presName="compNode" presStyleCnt="0"/>
      <dgm:spPr/>
    </dgm:pt>
    <dgm:pt modelId="{A13D8872-3825-4C9A-9347-EFA00E858B66}" type="pres">
      <dgm:prSet presAssocID="{63E4988B-A90D-4D65-BC13-2F63D6DA990E}" presName="bgRect" presStyleLbl="bgShp" presStyleIdx="0" presStyleCnt="3"/>
      <dgm:spPr/>
    </dgm:pt>
    <dgm:pt modelId="{EBC49D1D-E8D8-4CBE-8446-0E2789612A9D}" type="pres">
      <dgm:prSet presAssocID="{63E4988B-A90D-4D65-BC13-2F63D6DA990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8E0F0E73-3BC7-4E66-8450-06271C31DCCC}" type="pres">
      <dgm:prSet presAssocID="{63E4988B-A90D-4D65-BC13-2F63D6DA990E}" presName="spaceRect" presStyleCnt="0"/>
      <dgm:spPr/>
    </dgm:pt>
    <dgm:pt modelId="{256DAB84-D181-41C2-92C3-0C82A9CD822F}" type="pres">
      <dgm:prSet presAssocID="{63E4988B-A90D-4D65-BC13-2F63D6DA990E}" presName="parTx" presStyleLbl="revTx" presStyleIdx="0" presStyleCnt="3">
        <dgm:presLayoutVars>
          <dgm:chMax val="0"/>
          <dgm:chPref val="0"/>
        </dgm:presLayoutVars>
      </dgm:prSet>
      <dgm:spPr/>
    </dgm:pt>
    <dgm:pt modelId="{EF430A76-73F4-4A35-97DC-4ED24DE8926D}" type="pres">
      <dgm:prSet presAssocID="{F0350CC5-1536-476A-92EE-BFB7B8EDA735}" presName="sibTrans" presStyleCnt="0"/>
      <dgm:spPr/>
    </dgm:pt>
    <dgm:pt modelId="{8F1AC876-DC6E-475E-9200-BAB2BB7362B5}" type="pres">
      <dgm:prSet presAssocID="{CDE8E96E-7EFA-466F-B32C-B7D1F4534A4E}" presName="compNode" presStyleCnt="0"/>
      <dgm:spPr/>
    </dgm:pt>
    <dgm:pt modelId="{D6642B71-8CB8-4529-9135-1416F44EA6AB}" type="pres">
      <dgm:prSet presAssocID="{CDE8E96E-7EFA-466F-B32C-B7D1F4534A4E}" presName="bgRect" presStyleLbl="bgShp" presStyleIdx="1" presStyleCnt="3"/>
      <dgm:spPr/>
    </dgm:pt>
    <dgm:pt modelId="{A6C44D38-C9C7-4BBC-B77E-C58FC3C3259E}" type="pres">
      <dgm:prSet presAssocID="{CDE8E96E-7EFA-466F-B32C-B7D1F4534A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CB826CA4-6061-454A-8F44-5CE54EA3C3CD}" type="pres">
      <dgm:prSet presAssocID="{CDE8E96E-7EFA-466F-B32C-B7D1F4534A4E}" presName="spaceRect" presStyleCnt="0"/>
      <dgm:spPr/>
    </dgm:pt>
    <dgm:pt modelId="{B2512AEF-106F-487E-9A84-53A3909422EC}" type="pres">
      <dgm:prSet presAssocID="{CDE8E96E-7EFA-466F-B32C-B7D1F4534A4E}" presName="parTx" presStyleLbl="revTx" presStyleIdx="1" presStyleCnt="3">
        <dgm:presLayoutVars>
          <dgm:chMax val="0"/>
          <dgm:chPref val="0"/>
        </dgm:presLayoutVars>
      </dgm:prSet>
      <dgm:spPr/>
    </dgm:pt>
    <dgm:pt modelId="{C975F705-B196-4F27-9B06-6C734BA08FB7}" type="pres">
      <dgm:prSet presAssocID="{DC95744E-106E-4EE3-A194-26333B2E2D38}" presName="sibTrans" presStyleCnt="0"/>
      <dgm:spPr/>
    </dgm:pt>
    <dgm:pt modelId="{9B760344-648C-4301-909D-37EBE2917818}" type="pres">
      <dgm:prSet presAssocID="{611366F9-A08A-40EC-A711-2341AEB8AA79}" presName="compNode" presStyleCnt="0"/>
      <dgm:spPr/>
    </dgm:pt>
    <dgm:pt modelId="{09C13B4E-1D51-4DF9-BC2B-7F4CB245A6EF}" type="pres">
      <dgm:prSet presAssocID="{611366F9-A08A-40EC-A711-2341AEB8AA79}" presName="bgRect" presStyleLbl="bgShp" presStyleIdx="2" presStyleCnt="3"/>
      <dgm:spPr/>
    </dgm:pt>
    <dgm:pt modelId="{836D63A6-610B-4F40-8F5F-2C863BE92807}" type="pres">
      <dgm:prSet presAssocID="{611366F9-A08A-40EC-A711-2341AEB8AA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9D22218-C7A3-4D84-907D-E97B2EEC579F}" type="pres">
      <dgm:prSet presAssocID="{611366F9-A08A-40EC-A711-2341AEB8AA79}" presName="spaceRect" presStyleCnt="0"/>
      <dgm:spPr/>
    </dgm:pt>
    <dgm:pt modelId="{C3CC5377-A6AF-446B-883B-A1FC68F07A44}" type="pres">
      <dgm:prSet presAssocID="{611366F9-A08A-40EC-A711-2341AEB8AA7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56FDF16-7D6A-4C56-B88F-AE62E5F6FE91}" srcId="{7A985A1C-9F73-4808-92CB-E97D9ED247AF}" destId="{611366F9-A08A-40EC-A711-2341AEB8AA79}" srcOrd="2" destOrd="0" parTransId="{2F840049-40B8-4AEC-897E-EFB0DC747D94}" sibTransId="{2FCF2C9F-66D9-4643-826D-9E20F7971F5B}"/>
    <dgm:cxn modelId="{65B36A2B-76BA-46A1-B854-1A3E77670811}" type="presOf" srcId="{CDE8E96E-7EFA-466F-B32C-B7D1F4534A4E}" destId="{B2512AEF-106F-487E-9A84-53A3909422EC}" srcOrd="0" destOrd="0" presId="urn:microsoft.com/office/officeart/2018/2/layout/IconVerticalSolidList"/>
    <dgm:cxn modelId="{8C77B64D-BCD8-4822-9DD5-2C4AC3DF27F5}" srcId="{7A985A1C-9F73-4808-92CB-E97D9ED247AF}" destId="{63E4988B-A90D-4D65-BC13-2F63D6DA990E}" srcOrd="0" destOrd="0" parTransId="{370B695D-FF75-4F43-8EB9-114021657781}" sibTransId="{F0350CC5-1536-476A-92EE-BFB7B8EDA735}"/>
    <dgm:cxn modelId="{3B96029B-5ADD-47CA-B080-5B3EFE814F39}" type="presOf" srcId="{7A985A1C-9F73-4808-92CB-E97D9ED247AF}" destId="{1900BA00-15C7-41EE-A4E4-FA7E5F78BF52}" srcOrd="0" destOrd="0" presId="urn:microsoft.com/office/officeart/2018/2/layout/IconVerticalSolidList"/>
    <dgm:cxn modelId="{24CBCCB7-8C71-4590-BF0C-4434BB751460}" type="presOf" srcId="{63E4988B-A90D-4D65-BC13-2F63D6DA990E}" destId="{256DAB84-D181-41C2-92C3-0C82A9CD822F}" srcOrd="0" destOrd="0" presId="urn:microsoft.com/office/officeart/2018/2/layout/IconVerticalSolidList"/>
    <dgm:cxn modelId="{79B11EC5-B071-42DA-A1A1-DCDA6C842C4D}" srcId="{7A985A1C-9F73-4808-92CB-E97D9ED247AF}" destId="{CDE8E96E-7EFA-466F-B32C-B7D1F4534A4E}" srcOrd="1" destOrd="0" parTransId="{AA2C9D66-A34D-4352-A504-6B443E640F7F}" sibTransId="{DC95744E-106E-4EE3-A194-26333B2E2D38}"/>
    <dgm:cxn modelId="{4138A9FB-1A67-4FB7-885C-A7E641769E4D}" type="presOf" srcId="{611366F9-A08A-40EC-A711-2341AEB8AA79}" destId="{C3CC5377-A6AF-446B-883B-A1FC68F07A44}" srcOrd="0" destOrd="0" presId="urn:microsoft.com/office/officeart/2018/2/layout/IconVerticalSolidList"/>
    <dgm:cxn modelId="{779DFF8C-53D3-441B-9F92-FCCBA5AE8D4D}" type="presParOf" srcId="{1900BA00-15C7-41EE-A4E4-FA7E5F78BF52}" destId="{FB10D162-F517-4876-A2D1-0B5BAAEDC196}" srcOrd="0" destOrd="0" presId="urn:microsoft.com/office/officeart/2018/2/layout/IconVerticalSolidList"/>
    <dgm:cxn modelId="{ECD984BD-D37E-47AF-ACEC-52D4E509D21E}" type="presParOf" srcId="{FB10D162-F517-4876-A2D1-0B5BAAEDC196}" destId="{A13D8872-3825-4C9A-9347-EFA00E858B66}" srcOrd="0" destOrd="0" presId="urn:microsoft.com/office/officeart/2018/2/layout/IconVerticalSolidList"/>
    <dgm:cxn modelId="{6234F7E2-9428-4609-89A3-FE5A4DF372BC}" type="presParOf" srcId="{FB10D162-F517-4876-A2D1-0B5BAAEDC196}" destId="{EBC49D1D-E8D8-4CBE-8446-0E2789612A9D}" srcOrd="1" destOrd="0" presId="urn:microsoft.com/office/officeart/2018/2/layout/IconVerticalSolidList"/>
    <dgm:cxn modelId="{3FBAB544-3E5C-45CB-A93C-239682939264}" type="presParOf" srcId="{FB10D162-F517-4876-A2D1-0B5BAAEDC196}" destId="{8E0F0E73-3BC7-4E66-8450-06271C31DCCC}" srcOrd="2" destOrd="0" presId="urn:microsoft.com/office/officeart/2018/2/layout/IconVerticalSolidList"/>
    <dgm:cxn modelId="{7D9679C9-2A69-4453-BA34-A949E52771C4}" type="presParOf" srcId="{FB10D162-F517-4876-A2D1-0B5BAAEDC196}" destId="{256DAB84-D181-41C2-92C3-0C82A9CD822F}" srcOrd="3" destOrd="0" presId="urn:microsoft.com/office/officeart/2018/2/layout/IconVerticalSolidList"/>
    <dgm:cxn modelId="{8AB5D09A-CBFF-4F83-8A73-C29987BDE251}" type="presParOf" srcId="{1900BA00-15C7-41EE-A4E4-FA7E5F78BF52}" destId="{EF430A76-73F4-4A35-97DC-4ED24DE8926D}" srcOrd="1" destOrd="0" presId="urn:microsoft.com/office/officeart/2018/2/layout/IconVerticalSolidList"/>
    <dgm:cxn modelId="{7DA43641-753B-4FB0-A50F-8F21F5488FDB}" type="presParOf" srcId="{1900BA00-15C7-41EE-A4E4-FA7E5F78BF52}" destId="{8F1AC876-DC6E-475E-9200-BAB2BB7362B5}" srcOrd="2" destOrd="0" presId="urn:microsoft.com/office/officeart/2018/2/layout/IconVerticalSolidList"/>
    <dgm:cxn modelId="{4A8D5A67-BB40-4CCE-B82E-D0237A41378E}" type="presParOf" srcId="{8F1AC876-DC6E-475E-9200-BAB2BB7362B5}" destId="{D6642B71-8CB8-4529-9135-1416F44EA6AB}" srcOrd="0" destOrd="0" presId="urn:microsoft.com/office/officeart/2018/2/layout/IconVerticalSolidList"/>
    <dgm:cxn modelId="{8D9B49CB-37AC-4CC3-A0D3-1C6844586D7C}" type="presParOf" srcId="{8F1AC876-DC6E-475E-9200-BAB2BB7362B5}" destId="{A6C44D38-C9C7-4BBC-B77E-C58FC3C3259E}" srcOrd="1" destOrd="0" presId="urn:microsoft.com/office/officeart/2018/2/layout/IconVerticalSolidList"/>
    <dgm:cxn modelId="{49ADDD1E-24EE-4EFD-BE4E-77217E486234}" type="presParOf" srcId="{8F1AC876-DC6E-475E-9200-BAB2BB7362B5}" destId="{CB826CA4-6061-454A-8F44-5CE54EA3C3CD}" srcOrd="2" destOrd="0" presId="urn:microsoft.com/office/officeart/2018/2/layout/IconVerticalSolidList"/>
    <dgm:cxn modelId="{3B6C27D5-3498-4914-A64D-A8117C011C12}" type="presParOf" srcId="{8F1AC876-DC6E-475E-9200-BAB2BB7362B5}" destId="{B2512AEF-106F-487E-9A84-53A3909422EC}" srcOrd="3" destOrd="0" presId="urn:microsoft.com/office/officeart/2018/2/layout/IconVerticalSolidList"/>
    <dgm:cxn modelId="{A0087C71-9EB4-43F5-936D-4F9B53A9E3BF}" type="presParOf" srcId="{1900BA00-15C7-41EE-A4E4-FA7E5F78BF52}" destId="{C975F705-B196-4F27-9B06-6C734BA08FB7}" srcOrd="3" destOrd="0" presId="urn:microsoft.com/office/officeart/2018/2/layout/IconVerticalSolidList"/>
    <dgm:cxn modelId="{9A534CAB-A148-4570-99C5-6BE761E55066}" type="presParOf" srcId="{1900BA00-15C7-41EE-A4E4-FA7E5F78BF52}" destId="{9B760344-648C-4301-909D-37EBE2917818}" srcOrd="4" destOrd="0" presId="urn:microsoft.com/office/officeart/2018/2/layout/IconVerticalSolidList"/>
    <dgm:cxn modelId="{793F95F4-669A-4E1F-938A-E0E3BF25EE50}" type="presParOf" srcId="{9B760344-648C-4301-909D-37EBE2917818}" destId="{09C13B4E-1D51-4DF9-BC2B-7F4CB245A6EF}" srcOrd="0" destOrd="0" presId="urn:microsoft.com/office/officeart/2018/2/layout/IconVerticalSolidList"/>
    <dgm:cxn modelId="{81C47F2F-C0FE-45A4-8A7B-0A0FAE56D66A}" type="presParOf" srcId="{9B760344-648C-4301-909D-37EBE2917818}" destId="{836D63A6-610B-4F40-8F5F-2C863BE92807}" srcOrd="1" destOrd="0" presId="urn:microsoft.com/office/officeart/2018/2/layout/IconVerticalSolidList"/>
    <dgm:cxn modelId="{2165B4EC-11E3-4EE2-9C6C-1E6A6E5C8723}" type="presParOf" srcId="{9B760344-648C-4301-909D-37EBE2917818}" destId="{49D22218-C7A3-4D84-907D-E97B2EEC579F}" srcOrd="2" destOrd="0" presId="urn:microsoft.com/office/officeart/2018/2/layout/IconVerticalSolidList"/>
    <dgm:cxn modelId="{50214EC6-91F5-48FD-84DD-DC2E81025464}" type="presParOf" srcId="{9B760344-648C-4301-909D-37EBE2917818}" destId="{C3CC5377-A6AF-446B-883B-A1FC68F07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5FE968-9D52-4827-8224-789AC0B4D4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3F06A6-2CC3-4112-822A-EC82ADBDC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Real-time, low-latency communication.</a:t>
          </a:r>
        </a:p>
      </dgm:t>
    </dgm:pt>
    <dgm:pt modelId="{440C8CBA-EF54-4BA6-8963-D4602619627E}" type="parTrans" cxnId="{AA9DFAEF-5204-40E7-95E9-A308AC506E76}">
      <dgm:prSet/>
      <dgm:spPr/>
      <dgm:t>
        <a:bodyPr/>
        <a:lstStyle/>
        <a:p>
          <a:endParaRPr lang="en-US"/>
        </a:p>
      </dgm:t>
    </dgm:pt>
    <dgm:pt modelId="{B17EF7FB-48E8-4E38-817A-E664550DD630}" type="sibTrans" cxnId="{AA9DFAEF-5204-40E7-95E9-A308AC506E76}">
      <dgm:prSet/>
      <dgm:spPr/>
      <dgm:t>
        <a:bodyPr/>
        <a:lstStyle/>
        <a:p>
          <a:endParaRPr lang="en-US"/>
        </a:p>
      </dgm:t>
    </dgm:pt>
    <dgm:pt modelId="{9718C641-6637-4497-9AF2-679B502D48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Simple and scalable backend.</a:t>
          </a:r>
        </a:p>
      </dgm:t>
    </dgm:pt>
    <dgm:pt modelId="{0DEAAC5D-59CF-456C-80F3-1F13CE486811}" type="parTrans" cxnId="{FC6204D1-5F65-4386-90A7-C7D04BF41BF1}">
      <dgm:prSet/>
      <dgm:spPr/>
      <dgm:t>
        <a:bodyPr/>
        <a:lstStyle/>
        <a:p>
          <a:endParaRPr lang="en-US"/>
        </a:p>
      </dgm:t>
    </dgm:pt>
    <dgm:pt modelId="{7F4D4BA8-3AE6-4E25-98FC-F9D52CEDF76F}" type="sibTrans" cxnId="{FC6204D1-5F65-4386-90A7-C7D04BF41BF1}">
      <dgm:prSet/>
      <dgm:spPr/>
      <dgm:t>
        <a:bodyPr/>
        <a:lstStyle/>
        <a:p>
          <a:endParaRPr lang="en-US"/>
        </a:p>
      </dgm:t>
    </dgm:pt>
    <dgm:pt modelId="{E17C1D39-4D58-441F-A7DD-9ED5285965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Cross-browser compatibility.</a:t>
          </a:r>
        </a:p>
      </dgm:t>
    </dgm:pt>
    <dgm:pt modelId="{8956F70D-BD1B-466D-AFB7-01D30B1FF79D}" type="parTrans" cxnId="{38CB0A68-0B61-4422-AD5F-83796431D104}">
      <dgm:prSet/>
      <dgm:spPr/>
      <dgm:t>
        <a:bodyPr/>
        <a:lstStyle/>
        <a:p>
          <a:endParaRPr lang="en-US"/>
        </a:p>
      </dgm:t>
    </dgm:pt>
    <dgm:pt modelId="{638749AD-987C-42C4-9CDA-F431E632DE5F}" type="sibTrans" cxnId="{38CB0A68-0B61-4422-AD5F-83796431D104}">
      <dgm:prSet/>
      <dgm:spPr/>
      <dgm:t>
        <a:bodyPr/>
        <a:lstStyle/>
        <a:p>
          <a:endParaRPr lang="en-US"/>
        </a:p>
      </dgm:t>
    </dgm:pt>
    <dgm:pt modelId="{CBDD20EF-E69B-42A1-AFFD-BAE097243D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to extend for future features (like file sharing or private chat).</a:t>
          </a:r>
        </a:p>
      </dgm:t>
    </dgm:pt>
    <dgm:pt modelId="{D1517579-BBEC-4665-B475-DD9182FA0AF5}" type="parTrans" cxnId="{4669299D-9FC0-464D-B5C3-D9C9D70784BB}">
      <dgm:prSet/>
      <dgm:spPr/>
      <dgm:t>
        <a:bodyPr/>
        <a:lstStyle/>
        <a:p>
          <a:endParaRPr lang="en-US"/>
        </a:p>
      </dgm:t>
    </dgm:pt>
    <dgm:pt modelId="{CE60050A-B84F-408C-9596-98EE21618886}" type="sibTrans" cxnId="{4669299D-9FC0-464D-B5C3-D9C9D70784BB}">
      <dgm:prSet/>
      <dgm:spPr/>
      <dgm:t>
        <a:bodyPr/>
        <a:lstStyle/>
        <a:p>
          <a:endParaRPr lang="en-US"/>
        </a:p>
      </dgm:t>
    </dgm:pt>
    <dgm:pt modelId="{FE8DFB2A-50C5-43E2-9BA6-BA3BA5774435}" type="pres">
      <dgm:prSet presAssocID="{6B5FE968-9D52-4827-8224-789AC0B4D44A}" presName="root" presStyleCnt="0">
        <dgm:presLayoutVars>
          <dgm:dir/>
          <dgm:resizeHandles val="exact"/>
        </dgm:presLayoutVars>
      </dgm:prSet>
      <dgm:spPr/>
    </dgm:pt>
    <dgm:pt modelId="{2BD2A35B-D725-470A-B74B-87EBD13B0D64}" type="pres">
      <dgm:prSet presAssocID="{053F06A6-2CC3-4112-822A-EC82ADBDC9A4}" presName="compNode" presStyleCnt="0"/>
      <dgm:spPr/>
    </dgm:pt>
    <dgm:pt modelId="{0DDD5EC7-B450-4EF0-B4C1-5BAB2A3DB162}" type="pres">
      <dgm:prSet presAssocID="{053F06A6-2CC3-4112-822A-EC82ADBDC9A4}" presName="bgRect" presStyleLbl="bgShp" presStyleIdx="0" presStyleCnt="4"/>
      <dgm:spPr/>
    </dgm:pt>
    <dgm:pt modelId="{6AB97833-B495-46F3-825D-F250DF1CA424}" type="pres">
      <dgm:prSet presAssocID="{053F06A6-2CC3-4112-822A-EC82ADBDC9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791F95D-5528-4053-8204-B9A27A6A39F3}" type="pres">
      <dgm:prSet presAssocID="{053F06A6-2CC3-4112-822A-EC82ADBDC9A4}" presName="spaceRect" presStyleCnt="0"/>
      <dgm:spPr/>
    </dgm:pt>
    <dgm:pt modelId="{A23CC83E-EB00-4F6A-80D8-7F417542F484}" type="pres">
      <dgm:prSet presAssocID="{053F06A6-2CC3-4112-822A-EC82ADBDC9A4}" presName="parTx" presStyleLbl="revTx" presStyleIdx="0" presStyleCnt="4">
        <dgm:presLayoutVars>
          <dgm:chMax val="0"/>
          <dgm:chPref val="0"/>
        </dgm:presLayoutVars>
      </dgm:prSet>
      <dgm:spPr/>
    </dgm:pt>
    <dgm:pt modelId="{79D4672C-7483-4536-AEDB-B4F2A6253E38}" type="pres">
      <dgm:prSet presAssocID="{B17EF7FB-48E8-4E38-817A-E664550DD630}" presName="sibTrans" presStyleCnt="0"/>
      <dgm:spPr/>
    </dgm:pt>
    <dgm:pt modelId="{9B84F209-0B7D-4FC0-B929-E2C1AC845DE3}" type="pres">
      <dgm:prSet presAssocID="{9718C641-6637-4497-9AF2-679B502D48F9}" presName="compNode" presStyleCnt="0"/>
      <dgm:spPr/>
    </dgm:pt>
    <dgm:pt modelId="{F0073C8A-5DE9-487C-B482-058D5669FB61}" type="pres">
      <dgm:prSet presAssocID="{9718C641-6637-4497-9AF2-679B502D48F9}" presName="bgRect" presStyleLbl="bgShp" presStyleIdx="1" presStyleCnt="4"/>
      <dgm:spPr/>
    </dgm:pt>
    <dgm:pt modelId="{5D8D3131-6ECC-4FCE-A936-1C6072ED27F7}" type="pres">
      <dgm:prSet presAssocID="{9718C641-6637-4497-9AF2-679B502D48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FC9EE7-CF73-4C84-903E-EA5F31BF5563}" type="pres">
      <dgm:prSet presAssocID="{9718C641-6637-4497-9AF2-679B502D48F9}" presName="spaceRect" presStyleCnt="0"/>
      <dgm:spPr/>
    </dgm:pt>
    <dgm:pt modelId="{3DBD496B-3EB9-4750-85FF-79D00EB6440D}" type="pres">
      <dgm:prSet presAssocID="{9718C641-6637-4497-9AF2-679B502D48F9}" presName="parTx" presStyleLbl="revTx" presStyleIdx="1" presStyleCnt="4">
        <dgm:presLayoutVars>
          <dgm:chMax val="0"/>
          <dgm:chPref val="0"/>
        </dgm:presLayoutVars>
      </dgm:prSet>
      <dgm:spPr/>
    </dgm:pt>
    <dgm:pt modelId="{FE74960F-BD43-4586-B921-51D739A82B81}" type="pres">
      <dgm:prSet presAssocID="{7F4D4BA8-3AE6-4E25-98FC-F9D52CEDF76F}" presName="sibTrans" presStyleCnt="0"/>
      <dgm:spPr/>
    </dgm:pt>
    <dgm:pt modelId="{B87D90B0-33BF-4F3B-823C-1AFC33D8A7A1}" type="pres">
      <dgm:prSet presAssocID="{E17C1D39-4D58-441F-A7DD-9ED5285965F5}" presName="compNode" presStyleCnt="0"/>
      <dgm:spPr/>
    </dgm:pt>
    <dgm:pt modelId="{FC066FA9-F850-4955-BDC0-43A1331E6106}" type="pres">
      <dgm:prSet presAssocID="{E17C1D39-4D58-441F-A7DD-9ED5285965F5}" presName="bgRect" presStyleLbl="bgShp" presStyleIdx="2" presStyleCnt="4"/>
      <dgm:spPr/>
    </dgm:pt>
    <dgm:pt modelId="{CFA90288-019F-4276-B0C5-B568EE2AB2E5}" type="pres">
      <dgm:prSet presAssocID="{E17C1D39-4D58-441F-A7DD-9ED5285965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ider Web"/>
        </a:ext>
      </dgm:extLst>
    </dgm:pt>
    <dgm:pt modelId="{CF995661-8A1A-401D-A0BE-81437BF01431}" type="pres">
      <dgm:prSet presAssocID="{E17C1D39-4D58-441F-A7DD-9ED5285965F5}" presName="spaceRect" presStyleCnt="0"/>
      <dgm:spPr/>
    </dgm:pt>
    <dgm:pt modelId="{27EF83ED-522E-4158-9A8F-134E78F70E14}" type="pres">
      <dgm:prSet presAssocID="{E17C1D39-4D58-441F-A7DD-9ED5285965F5}" presName="parTx" presStyleLbl="revTx" presStyleIdx="2" presStyleCnt="4">
        <dgm:presLayoutVars>
          <dgm:chMax val="0"/>
          <dgm:chPref val="0"/>
        </dgm:presLayoutVars>
      </dgm:prSet>
      <dgm:spPr/>
    </dgm:pt>
    <dgm:pt modelId="{E9D74E62-2090-4BF7-A167-A50B26052C34}" type="pres">
      <dgm:prSet presAssocID="{638749AD-987C-42C4-9CDA-F431E632DE5F}" presName="sibTrans" presStyleCnt="0"/>
      <dgm:spPr/>
    </dgm:pt>
    <dgm:pt modelId="{49E6DBB4-2B8E-41E6-A3E3-E8953ECC4DC5}" type="pres">
      <dgm:prSet presAssocID="{CBDD20EF-E69B-42A1-AFFD-BAE097243DEE}" presName="compNode" presStyleCnt="0"/>
      <dgm:spPr/>
    </dgm:pt>
    <dgm:pt modelId="{E1E80F11-25B2-4860-A0D8-BA7B838DD1FE}" type="pres">
      <dgm:prSet presAssocID="{CBDD20EF-E69B-42A1-AFFD-BAE097243DEE}" presName="bgRect" presStyleLbl="bgShp" presStyleIdx="3" presStyleCnt="4"/>
      <dgm:spPr/>
    </dgm:pt>
    <dgm:pt modelId="{FC17511C-29C9-478B-A449-5DF3075DE126}" type="pres">
      <dgm:prSet presAssocID="{CBDD20EF-E69B-42A1-AFFD-BAE097243D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989D805E-0B37-4D59-B753-EFC5EC17F71D}" type="pres">
      <dgm:prSet presAssocID="{CBDD20EF-E69B-42A1-AFFD-BAE097243DEE}" presName="spaceRect" presStyleCnt="0"/>
      <dgm:spPr/>
    </dgm:pt>
    <dgm:pt modelId="{1B56A4D6-E835-4786-992D-2835CA9FAC9E}" type="pres">
      <dgm:prSet presAssocID="{CBDD20EF-E69B-42A1-AFFD-BAE097243DE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45BB61E-B3DD-426A-AA53-19C8FF133891}" type="presOf" srcId="{9718C641-6637-4497-9AF2-679B502D48F9}" destId="{3DBD496B-3EB9-4750-85FF-79D00EB6440D}" srcOrd="0" destOrd="0" presId="urn:microsoft.com/office/officeart/2018/2/layout/IconVerticalSolidList"/>
    <dgm:cxn modelId="{D5CE7D23-E318-4D40-8FDA-6ACE2E753DBC}" type="presOf" srcId="{CBDD20EF-E69B-42A1-AFFD-BAE097243DEE}" destId="{1B56A4D6-E835-4786-992D-2835CA9FAC9E}" srcOrd="0" destOrd="0" presId="urn:microsoft.com/office/officeart/2018/2/layout/IconVerticalSolidList"/>
    <dgm:cxn modelId="{485CB72A-17FD-47D6-8BCC-1DE973798407}" type="presOf" srcId="{E17C1D39-4D58-441F-A7DD-9ED5285965F5}" destId="{27EF83ED-522E-4158-9A8F-134E78F70E14}" srcOrd="0" destOrd="0" presId="urn:microsoft.com/office/officeart/2018/2/layout/IconVerticalSolidList"/>
    <dgm:cxn modelId="{FC98B837-BD46-4AB7-B013-B06A5B65D6D1}" type="presOf" srcId="{053F06A6-2CC3-4112-822A-EC82ADBDC9A4}" destId="{A23CC83E-EB00-4F6A-80D8-7F417542F484}" srcOrd="0" destOrd="0" presId="urn:microsoft.com/office/officeart/2018/2/layout/IconVerticalSolidList"/>
    <dgm:cxn modelId="{38CB0A68-0B61-4422-AD5F-83796431D104}" srcId="{6B5FE968-9D52-4827-8224-789AC0B4D44A}" destId="{E17C1D39-4D58-441F-A7DD-9ED5285965F5}" srcOrd="2" destOrd="0" parTransId="{8956F70D-BD1B-466D-AFB7-01D30B1FF79D}" sibTransId="{638749AD-987C-42C4-9CDA-F431E632DE5F}"/>
    <dgm:cxn modelId="{4669299D-9FC0-464D-B5C3-D9C9D70784BB}" srcId="{6B5FE968-9D52-4827-8224-789AC0B4D44A}" destId="{CBDD20EF-E69B-42A1-AFFD-BAE097243DEE}" srcOrd="3" destOrd="0" parTransId="{D1517579-BBEC-4665-B475-DD9182FA0AF5}" sibTransId="{CE60050A-B84F-408C-9596-98EE21618886}"/>
    <dgm:cxn modelId="{292A58B8-B9A7-479C-AAA0-F6D1B07F23F8}" type="presOf" srcId="{6B5FE968-9D52-4827-8224-789AC0B4D44A}" destId="{FE8DFB2A-50C5-43E2-9BA6-BA3BA5774435}" srcOrd="0" destOrd="0" presId="urn:microsoft.com/office/officeart/2018/2/layout/IconVerticalSolidList"/>
    <dgm:cxn modelId="{FC6204D1-5F65-4386-90A7-C7D04BF41BF1}" srcId="{6B5FE968-9D52-4827-8224-789AC0B4D44A}" destId="{9718C641-6637-4497-9AF2-679B502D48F9}" srcOrd="1" destOrd="0" parTransId="{0DEAAC5D-59CF-456C-80F3-1F13CE486811}" sibTransId="{7F4D4BA8-3AE6-4E25-98FC-F9D52CEDF76F}"/>
    <dgm:cxn modelId="{AA9DFAEF-5204-40E7-95E9-A308AC506E76}" srcId="{6B5FE968-9D52-4827-8224-789AC0B4D44A}" destId="{053F06A6-2CC3-4112-822A-EC82ADBDC9A4}" srcOrd="0" destOrd="0" parTransId="{440C8CBA-EF54-4BA6-8963-D4602619627E}" sibTransId="{B17EF7FB-48E8-4E38-817A-E664550DD630}"/>
    <dgm:cxn modelId="{C08D43CB-5FD3-4EAF-913B-02A52064743A}" type="presParOf" srcId="{FE8DFB2A-50C5-43E2-9BA6-BA3BA5774435}" destId="{2BD2A35B-D725-470A-B74B-87EBD13B0D64}" srcOrd="0" destOrd="0" presId="urn:microsoft.com/office/officeart/2018/2/layout/IconVerticalSolidList"/>
    <dgm:cxn modelId="{A75A37DF-017D-408C-9877-030895F17529}" type="presParOf" srcId="{2BD2A35B-D725-470A-B74B-87EBD13B0D64}" destId="{0DDD5EC7-B450-4EF0-B4C1-5BAB2A3DB162}" srcOrd="0" destOrd="0" presId="urn:microsoft.com/office/officeart/2018/2/layout/IconVerticalSolidList"/>
    <dgm:cxn modelId="{AC405BB7-DCF5-46EA-9336-FBCF594539DD}" type="presParOf" srcId="{2BD2A35B-D725-470A-B74B-87EBD13B0D64}" destId="{6AB97833-B495-46F3-825D-F250DF1CA424}" srcOrd="1" destOrd="0" presId="urn:microsoft.com/office/officeart/2018/2/layout/IconVerticalSolidList"/>
    <dgm:cxn modelId="{61F712DC-FD51-4C62-95F4-4FB6244B6358}" type="presParOf" srcId="{2BD2A35B-D725-470A-B74B-87EBD13B0D64}" destId="{4791F95D-5528-4053-8204-B9A27A6A39F3}" srcOrd="2" destOrd="0" presId="urn:microsoft.com/office/officeart/2018/2/layout/IconVerticalSolidList"/>
    <dgm:cxn modelId="{8FE38D55-1758-4DD2-AE95-9ADB174883ED}" type="presParOf" srcId="{2BD2A35B-D725-470A-B74B-87EBD13B0D64}" destId="{A23CC83E-EB00-4F6A-80D8-7F417542F484}" srcOrd="3" destOrd="0" presId="urn:microsoft.com/office/officeart/2018/2/layout/IconVerticalSolidList"/>
    <dgm:cxn modelId="{081C5F68-090C-4E2D-85C1-DED600E0098F}" type="presParOf" srcId="{FE8DFB2A-50C5-43E2-9BA6-BA3BA5774435}" destId="{79D4672C-7483-4536-AEDB-B4F2A6253E38}" srcOrd="1" destOrd="0" presId="urn:microsoft.com/office/officeart/2018/2/layout/IconVerticalSolidList"/>
    <dgm:cxn modelId="{7511CA99-4F2B-4F15-908B-063F486A4809}" type="presParOf" srcId="{FE8DFB2A-50C5-43E2-9BA6-BA3BA5774435}" destId="{9B84F209-0B7D-4FC0-B929-E2C1AC845DE3}" srcOrd="2" destOrd="0" presId="urn:microsoft.com/office/officeart/2018/2/layout/IconVerticalSolidList"/>
    <dgm:cxn modelId="{85BF3571-B1F0-4B12-B74F-BA88011CA115}" type="presParOf" srcId="{9B84F209-0B7D-4FC0-B929-E2C1AC845DE3}" destId="{F0073C8A-5DE9-487C-B482-058D5669FB61}" srcOrd="0" destOrd="0" presId="urn:microsoft.com/office/officeart/2018/2/layout/IconVerticalSolidList"/>
    <dgm:cxn modelId="{61E1A7C5-042D-43F8-B5E3-F0D65802F0CC}" type="presParOf" srcId="{9B84F209-0B7D-4FC0-B929-E2C1AC845DE3}" destId="{5D8D3131-6ECC-4FCE-A936-1C6072ED27F7}" srcOrd="1" destOrd="0" presId="urn:microsoft.com/office/officeart/2018/2/layout/IconVerticalSolidList"/>
    <dgm:cxn modelId="{C9FF886A-FC21-469D-BDB4-C1567095C96E}" type="presParOf" srcId="{9B84F209-0B7D-4FC0-B929-E2C1AC845DE3}" destId="{00FC9EE7-CF73-4C84-903E-EA5F31BF5563}" srcOrd="2" destOrd="0" presId="urn:microsoft.com/office/officeart/2018/2/layout/IconVerticalSolidList"/>
    <dgm:cxn modelId="{A2382066-7C36-4A19-AC75-D64350C9AADC}" type="presParOf" srcId="{9B84F209-0B7D-4FC0-B929-E2C1AC845DE3}" destId="{3DBD496B-3EB9-4750-85FF-79D00EB6440D}" srcOrd="3" destOrd="0" presId="urn:microsoft.com/office/officeart/2018/2/layout/IconVerticalSolidList"/>
    <dgm:cxn modelId="{A5CAC199-C0E9-4EC6-9E7B-8DF26AD2551A}" type="presParOf" srcId="{FE8DFB2A-50C5-43E2-9BA6-BA3BA5774435}" destId="{FE74960F-BD43-4586-B921-51D739A82B81}" srcOrd="3" destOrd="0" presId="urn:microsoft.com/office/officeart/2018/2/layout/IconVerticalSolidList"/>
    <dgm:cxn modelId="{3A0306F2-05C2-4B7F-9F33-8A438A8B32A2}" type="presParOf" srcId="{FE8DFB2A-50C5-43E2-9BA6-BA3BA5774435}" destId="{B87D90B0-33BF-4F3B-823C-1AFC33D8A7A1}" srcOrd="4" destOrd="0" presId="urn:microsoft.com/office/officeart/2018/2/layout/IconVerticalSolidList"/>
    <dgm:cxn modelId="{AFB09501-9AF6-4AFB-981A-98DBA477510F}" type="presParOf" srcId="{B87D90B0-33BF-4F3B-823C-1AFC33D8A7A1}" destId="{FC066FA9-F850-4955-BDC0-43A1331E6106}" srcOrd="0" destOrd="0" presId="urn:microsoft.com/office/officeart/2018/2/layout/IconVerticalSolidList"/>
    <dgm:cxn modelId="{7303CF7F-9C2E-4E01-95A4-D464D2001BB5}" type="presParOf" srcId="{B87D90B0-33BF-4F3B-823C-1AFC33D8A7A1}" destId="{CFA90288-019F-4276-B0C5-B568EE2AB2E5}" srcOrd="1" destOrd="0" presId="urn:microsoft.com/office/officeart/2018/2/layout/IconVerticalSolidList"/>
    <dgm:cxn modelId="{EE87A35C-37B2-472B-B7E6-AF8701075331}" type="presParOf" srcId="{B87D90B0-33BF-4F3B-823C-1AFC33D8A7A1}" destId="{CF995661-8A1A-401D-A0BE-81437BF01431}" srcOrd="2" destOrd="0" presId="urn:microsoft.com/office/officeart/2018/2/layout/IconVerticalSolidList"/>
    <dgm:cxn modelId="{EA86A98F-C3A0-4F62-9539-B30A1EC81173}" type="presParOf" srcId="{B87D90B0-33BF-4F3B-823C-1AFC33D8A7A1}" destId="{27EF83ED-522E-4158-9A8F-134E78F70E14}" srcOrd="3" destOrd="0" presId="urn:microsoft.com/office/officeart/2018/2/layout/IconVerticalSolidList"/>
    <dgm:cxn modelId="{E003BEDC-8339-4E41-941B-94E0FC03B341}" type="presParOf" srcId="{FE8DFB2A-50C5-43E2-9BA6-BA3BA5774435}" destId="{E9D74E62-2090-4BF7-A167-A50B26052C34}" srcOrd="5" destOrd="0" presId="urn:microsoft.com/office/officeart/2018/2/layout/IconVerticalSolidList"/>
    <dgm:cxn modelId="{7CF6214B-C04F-4E31-BA39-5BBA76123920}" type="presParOf" srcId="{FE8DFB2A-50C5-43E2-9BA6-BA3BA5774435}" destId="{49E6DBB4-2B8E-41E6-A3E3-E8953ECC4DC5}" srcOrd="6" destOrd="0" presId="urn:microsoft.com/office/officeart/2018/2/layout/IconVerticalSolidList"/>
    <dgm:cxn modelId="{56ABD67B-9876-4488-8D53-F364BB5D102A}" type="presParOf" srcId="{49E6DBB4-2B8E-41E6-A3E3-E8953ECC4DC5}" destId="{E1E80F11-25B2-4860-A0D8-BA7B838DD1FE}" srcOrd="0" destOrd="0" presId="urn:microsoft.com/office/officeart/2018/2/layout/IconVerticalSolidList"/>
    <dgm:cxn modelId="{FC336E53-A8AC-4246-89D5-396C182DEE6C}" type="presParOf" srcId="{49E6DBB4-2B8E-41E6-A3E3-E8953ECC4DC5}" destId="{FC17511C-29C9-478B-A449-5DF3075DE126}" srcOrd="1" destOrd="0" presId="urn:microsoft.com/office/officeart/2018/2/layout/IconVerticalSolidList"/>
    <dgm:cxn modelId="{C90EB7DC-284B-4069-B9A6-AC4C56456851}" type="presParOf" srcId="{49E6DBB4-2B8E-41E6-A3E3-E8953ECC4DC5}" destId="{989D805E-0B37-4D59-B753-EFC5EC17F71D}" srcOrd="2" destOrd="0" presId="urn:microsoft.com/office/officeart/2018/2/layout/IconVerticalSolidList"/>
    <dgm:cxn modelId="{7E50F315-0464-4BD2-A3E9-75AB7109236D}" type="presParOf" srcId="{49E6DBB4-2B8E-41E6-A3E3-E8953ECC4DC5}" destId="{1B56A4D6-E835-4786-992D-2835CA9FAC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9ED787-DD67-4AAC-9C47-FA8702A4B3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ACB77F-B325-46C2-8282-5F610B1506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database persistence (messages disappear on refresh).</a:t>
          </a:r>
        </a:p>
      </dgm:t>
    </dgm:pt>
    <dgm:pt modelId="{E9A357FE-8FD3-4F40-BC1A-0E0F55F1041B}" type="parTrans" cxnId="{17C4320A-732F-400C-B9BA-D88B96702525}">
      <dgm:prSet/>
      <dgm:spPr/>
      <dgm:t>
        <a:bodyPr/>
        <a:lstStyle/>
        <a:p>
          <a:endParaRPr lang="en-US"/>
        </a:p>
      </dgm:t>
    </dgm:pt>
    <dgm:pt modelId="{C164C5AE-A94E-470D-AD4A-04454CBB7765}" type="sibTrans" cxnId="{17C4320A-732F-400C-B9BA-D88B96702525}">
      <dgm:prSet/>
      <dgm:spPr/>
      <dgm:t>
        <a:bodyPr/>
        <a:lstStyle/>
        <a:p>
          <a:endParaRPr lang="en-US"/>
        </a:p>
      </dgm:t>
    </dgm:pt>
    <dgm:pt modelId="{FA937FC6-E4F2-4738-9817-6A9539D5ED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Basic security — lacks authentication and encryption.</a:t>
          </a:r>
        </a:p>
      </dgm:t>
    </dgm:pt>
    <dgm:pt modelId="{2E080466-5D16-48A9-9B59-CFE7D2859F31}" type="parTrans" cxnId="{07D21A0D-2622-43B4-B12F-672281CEBC64}">
      <dgm:prSet/>
      <dgm:spPr/>
      <dgm:t>
        <a:bodyPr/>
        <a:lstStyle/>
        <a:p>
          <a:endParaRPr lang="en-US"/>
        </a:p>
      </dgm:t>
    </dgm:pt>
    <dgm:pt modelId="{EAD52AFB-3893-4F0D-B287-AD562220166B}" type="sibTrans" cxnId="{07D21A0D-2622-43B4-B12F-672281CEBC64}">
      <dgm:prSet/>
      <dgm:spPr/>
      <dgm:t>
        <a:bodyPr/>
        <a:lstStyle/>
        <a:p>
          <a:endParaRPr lang="en-US"/>
        </a:p>
      </dgm:t>
    </dgm:pt>
    <dgm:pt modelId="{34B897FD-C994-4167-9773-DA382FB341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UI customization.</a:t>
          </a:r>
        </a:p>
      </dgm:t>
    </dgm:pt>
    <dgm:pt modelId="{21FAC0F5-A075-4586-8F1D-A877851E7BE9}" type="parTrans" cxnId="{2FF00429-17C0-4C37-9C5C-B5397AC25C90}">
      <dgm:prSet/>
      <dgm:spPr/>
      <dgm:t>
        <a:bodyPr/>
        <a:lstStyle/>
        <a:p>
          <a:endParaRPr lang="en-US"/>
        </a:p>
      </dgm:t>
    </dgm:pt>
    <dgm:pt modelId="{DCC202B8-0CFD-412F-A5CD-3753E4D409A6}" type="sibTrans" cxnId="{2FF00429-17C0-4C37-9C5C-B5397AC25C90}">
      <dgm:prSet/>
      <dgm:spPr/>
      <dgm:t>
        <a:bodyPr/>
        <a:lstStyle/>
        <a:p>
          <a:endParaRPr lang="en-US"/>
        </a:p>
      </dgm:t>
    </dgm:pt>
    <dgm:pt modelId="{F331F051-2DB7-4D44-B1D9-5074D9B9EADE}" type="pres">
      <dgm:prSet presAssocID="{E09ED787-DD67-4AAC-9C47-FA8702A4B367}" presName="root" presStyleCnt="0">
        <dgm:presLayoutVars>
          <dgm:dir/>
          <dgm:resizeHandles val="exact"/>
        </dgm:presLayoutVars>
      </dgm:prSet>
      <dgm:spPr/>
    </dgm:pt>
    <dgm:pt modelId="{73497B00-6035-4687-A147-2B4FB841B7AE}" type="pres">
      <dgm:prSet presAssocID="{11ACB77F-B325-46C2-8282-5F610B15067B}" presName="compNode" presStyleCnt="0"/>
      <dgm:spPr/>
    </dgm:pt>
    <dgm:pt modelId="{4C9546F5-678F-4039-81D5-135BA10A8C87}" type="pres">
      <dgm:prSet presAssocID="{11ACB77F-B325-46C2-8282-5F610B15067B}" presName="bgRect" presStyleLbl="bgShp" presStyleIdx="0" presStyleCnt="3"/>
      <dgm:spPr/>
    </dgm:pt>
    <dgm:pt modelId="{C680A402-80E1-4E53-A880-FED05A698157}" type="pres">
      <dgm:prSet presAssocID="{11ACB77F-B325-46C2-8282-5F610B1506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B16F03-955A-4489-920A-B05ACA72EBA8}" type="pres">
      <dgm:prSet presAssocID="{11ACB77F-B325-46C2-8282-5F610B15067B}" presName="spaceRect" presStyleCnt="0"/>
      <dgm:spPr/>
    </dgm:pt>
    <dgm:pt modelId="{F1D01ECB-75CF-41EF-8F54-9F59A765CA0E}" type="pres">
      <dgm:prSet presAssocID="{11ACB77F-B325-46C2-8282-5F610B15067B}" presName="parTx" presStyleLbl="revTx" presStyleIdx="0" presStyleCnt="3">
        <dgm:presLayoutVars>
          <dgm:chMax val="0"/>
          <dgm:chPref val="0"/>
        </dgm:presLayoutVars>
      </dgm:prSet>
      <dgm:spPr/>
    </dgm:pt>
    <dgm:pt modelId="{141181E2-8528-4391-BCF6-2BEC1F8E9F06}" type="pres">
      <dgm:prSet presAssocID="{C164C5AE-A94E-470D-AD4A-04454CBB7765}" presName="sibTrans" presStyleCnt="0"/>
      <dgm:spPr/>
    </dgm:pt>
    <dgm:pt modelId="{CADFF392-71E7-48FC-966E-86ED60A26639}" type="pres">
      <dgm:prSet presAssocID="{FA937FC6-E4F2-4738-9817-6A9539D5ED17}" presName="compNode" presStyleCnt="0"/>
      <dgm:spPr/>
    </dgm:pt>
    <dgm:pt modelId="{457B52F5-A7B8-4909-93FF-09FD7FC2088C}" type="pres">
      <dgm:prSet presAssocID="{FA937FC6-E4F2-4738-9817-6A9539D5ED17}" presName="bgRect" presStyleLbl="bgShp" presStyleIdx="1" presStyleCnt="3"/>
      <dgm:spPr/>
    </dgm:pt>
    <dgm:pt modelId="{FFD6FED5-6160-4A58-8875-DDAC90F7D59B}" type="pres">
      <dgm:prSet presAssocID="{FA937FC6-E4F2-4738-9817-6A9539D5ED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9283B04-26B2-43E1-B287-B9A83B8EB8B9}" type="pres">
      <dgm:prSet presAssocID="{FA937FC6-E4F2-4738-9817-6A9539D5ED17}" presName="spaceRect" presStyleCnt="0"/>
      <dgm:spPr/>
    </dgm:pt>
    <dgm:pt modelId="{C86B95F3-A505-41B6-AC5E-953F5C21329A}" type="pres">
      <dgm:prSet presAssocID="{FA937FC6-E4F2-4738-9817-6A9539D5ED17}" presName="parTx" presStyleLbl="revTx" presStyleIdx="1" presStyleCnt="3">
        <dgm:presLayoutVars>
          <dgm:chMax val="0"/>
          <dgm:chPref val="0"/>
        </dgm:presLayoutVars>
      </dgm:prSet>
      <dgm:spPr/>
    </dgm:pt>
    <dgm:pt modelId="{16D20C94-7695-49A7-AFC7-4D5D02D46F88}" type="pres">
      <dgm:prSet presAssocID="{EAD52AFB-3893-4F0D-B287-AD562220166B}" presName="sibTrans" presStyleCnt="0"/>
      <dgm:spPr/>
    </dgm:pt>
    <dgm:pt modelId="{98B0D888-8B94-42C9-AA02-D610844AED50}" type="pres">
      <dgm:prSet presAssocID="{34B897FD-C994-4167-9773-DA382FB34160}" presName="compNode" presStyleCnt="0"/>
      <dgm:spPr/>
    </dgm:pt>
    <dgm:pt modelId="{42B99E90-5680-45E5-8524-388CCDF5679E}" type="pres">
      <dgm:prSet presAssocID="{34B897FD-C994-4167-9773-DA382FB34160}" presName="bgRect" presStyleLbl="bgShp" presStyleIdx="2" presStyleCnt="3"/>
      <dgm:spPr/>
    </dgm:pt>
    <dgm:pt modelId="{8A55D98E-ACD8-4535-843F-FD03A4E84A3E}" type="pres">
      <dgm:prSet presAssocID="{34B897FD-C994-4167-9773-DA382FB341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6ED96DE-DBA8-4518-AC9B-98651B5DC892}" type="pres">
      <dgm:prSet presAssocID="{34B897FD-C994-4167-9773-DA382FB34160}" presName="spaceRect" presStyleCnt="0"/>
      <dgm:spPr/>
    </dgm:pt>
    <dgm:pt modelId="{5B7BE120-5B7C-45A9-B575-52F5A701903F}" type="pres">
      <dgm:prSet presAssocID="{34B897FD-C994-4167-9773-DA382FB341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7C4320A-732F-400C-B9BA-D88B96702525}" srcId="{E09ED787-DD67-4AAC-9C47-FA8702A4B367}" destId="{11ACB77F-B325-46C2-8282-5F610B15067B}" srcOrd="0" destOrd="0" parTransId="{E9A357FE-8FD3-4F40-BC1A-0E0F55F1041B}" sibTransId="{C164C5AE-A94E-470D-AD4A-04454CBB7765}"/>
    <dgm:cxn modelId="{07D21A0D-2622-43B4-B12F-672281CEBC64}" srcId="{E09ED787-DD67-4AAC-9C47-FA8702A4B367}" destId="{FA937FC6-E4F2-4738-9817-6A9539D5ED17}" srcOrd="1" destOrd="0" parTransId="{2E080466-5D16-48A9-9B59-CFE7D2859F31}" sibTransId="{EAD52AFB-3893-4F0D-B287-AD562220166B}"/>
    <dgm:cxn modelId="{2FF00429-17C0-4C37-9C5C-B5397AC25C90}" srcId="{E09ED787-DD67-4AAC-9C47-FA8702A4B367}" destId="{34B897FD-C994-4167-9773-DA382FB34160}" srcOrd="2" destOrd="0" parTransId="{21FAC0F5-A075-4586-8F1D-A877851E7BE9}" sibTransId="{DCC202B8-0CFD-412F-A5CD-3753E4D409A6}"/>
    <dgm:cxn modelId="{582A4B54-BAF9-427E-AEBD-7A774FF95494}" type="presOf" srcId="{E09ED787-DD67-4AAC-9C47-FA8702A4B367}" destId="{F331F051-2DB7-4D44-B1D9-5074D9B9EADE}" srcOrd="0" destOrd="0" presId="urn:microsoft.com/office/officeart/2018/2/layout/IconVerticalSolidList"/>
    <dgm:cxn modelId="{7C8A1C5A-D8CD-41DB-B66E-E0B9DE9F3C57}" type="presOf" srcId="{34B897FD-C994-4167-9773-DA382FB34160}" destId="{5B7BE120-5B7C-45A9-B575-52F5A701903F}" srcOrd="0" destOrd="0" presId="urn:microsoft.com/office/officeart/2018/2/layout/IconVerticalSolidList"/>
    <dgm:cxn modelId="{932B41AC-CCAA-4243-9909-89590DE4AA3D}" type="presOf" srcId="{11ACB77F-B325-46C2-8282-5F610B15067B}" destId="{F1D01ECB-75CF-41EF-8F54-9F59A765CA0E}" srcOrd="0" destOrd="0" presId="urn:microsoft.com/office/officeart/2018/2/layout/IconVerticalSolidList"/>
    <dgm:cxn modelId="{6F1A9BAC-4EDF-413D-B059-AA7C7B533C43}" type="presOf" srcId="{FA937FC6-E4F2-4738-9817-6A9539D5ED17}" destId="{C86B95F3-A505-41B6-AC5E-953F5C21329A}" srcOrd="0" destOrd="0" presId="urn:microsoft.com/office/officeart/2018/2/layout/IconVerticalSolidList"/>
    <dgm:cxn modelId="{3688738E-9455-4F88-9A92-A7870FD5318A}" type="presParOf" srcId="{F331F051-2DB7-4D44-B1D9-5074D9B9EADE}" destId="{73497B00-6035-4687-A147-2B4FB841B7AE}" srcOrd="0" destOrd="0" presId="urn:microsoft.com/office/officeart/2018/2/layout/IconVerticalSolidList"/>
    <dgm:cxn modelId="{441AD725-1F33-4C7C-B472-1E9D1D6412DD}" type="presParOf" srcId="{73497B00-6035-4687-A147-2B4FB841B7AE}" destId="{4C9546F5-678F-4039-81D5-135BA10A8C87}" srcOrd="0" destOrd="0" presId="urn:microsoft.com/office/officeart/2018/2/layout/IconVerticalSolidList"/>
    <dgm:cxn modelId="{ED798EA9-C9DE-4AE1-9E28-7ADA4CC35B20}" type="presParOf" srcId="{73497B00-6035-4687-A147-2B4FB841B7AE}" destId="{C680A402-80E1-4E53-A880-FED05A698157}" srcOrd="1" destOrd="0" presId="urn:microsoft.com/office/officeart/2018/2/layout/IconVerticalSolidList"/>
    <dgm:cxn modelId="{FC58146D-E6E3-494C-BC04-745F8C6F83AE}" type="presParOf" srcId="{73497B00-6035-4687-A147-2B4FB841B7AE}" destId="{64B16F03-955A-4489-920A-B05ACA72EBA8}" srcOrd="2" destOrd="0" presId="urn:microsoft.com/office/officeart/2018/2/layout/IconVerticalSolidList"/>
    <dgm:cxn modelId="{7AB94A04-0A25-4D75-9FE9-6937D95079D8}" type="presParOf" srcId="{73497B00-6035-4687-A147-2B4FB841B7AE}" destId="{F1D01ECB-75CF-41EF-8F54-9F59A765CA0E}" srcOrd="3" destOrd="0" presId="urn:microsoft.com/office/officeart/2018/2/layout/IconVerticalSolidList"/>
    <dgm:cxn modelId="{3D5CD47B-D7B8-42C9-A68E-E625B455F851}" type="presParOf" srcId="{F331F051-2DB7-4D44-B1D9-5074D9B9EADE}" destId="{141181E2-8528-4391-BCF6-2BEC1F8E9F06}" srcOrd="1" destOrd="0" presId="urn:microsoft.com/office/officeart/2018/2/layout/IconVerticalSolidList"/>
    <dgm:cxn modelId="{8602C277-F329-403A-912F-8F8194E41B58}" type="presParOf" srcId="{F331F051-2DB7-4D44-B1D9-5074D9B9EADE}" destId="{CADFF392-71E7-48FC-966E-86ED60A26639}" srcOrd="2" destOrd="0" presId="urn:microsoft.com/office/officeart/2018/2/layout/IconVerticalSolidList"/>
    <dgm:cxn modelId="{0118DBE5-C004-493C-BB22-36D5DBD5F4CD}" type="presParOf" srcId="{CADFF392-71E7-48FC-966E-86ED60A26639}" destId="{457B52F5-A7B8-4909-93FF-09FD7FC2088C}" srcOrd="0" destOrd="0" presId="urn:microsoft.com/office/officeart/2018/2/layout/IconVerticalSolidList"/>
    <dgm:cxn modelId="{716EE550-8FC7-4E66-8754-C9380A048A47}" type="presParOf" srcId="{CADFF392-71E7-48FC-966E-86ED60A26639}" destId="{FFD6FED5-6160-4A58-8875-DDAC90F7D59B}" srcOrd="1" destOrd="0" presId="urn:microsoft.com/office/officeart/2018/2/layout/IconVerticalSolidList"/>
    <dgm:cxn modelId="{1EBDB91E-6271-4FAE-952D-E4D8B1A5C195}" type="presParOf" srcId="{CADFF392-71E7-48FC-966E-86ED60A26639}" destId="{49283B04-26B2-43E1-B287-B9A83B8EB8B9}" srcOrd="2" destOrd="0" presId="urn:microsoft.com/office/officeart/2018/2/layout/IconVerticalSolidList"/>
    <dgm:cxn modelId="{3A8BC10B-79D1-468A-BF51-F0E23D64E6DF}" type="presParOf" srcId="{CADFF392-71E7-48FC-966E-86ED60A26639}" destId="{C86B95F3-A505-41B6-AC5E-953F5C21329A}" srcOrd="3" destOrd="0" presId="urn:microsoft.com/office/officeart/2018/2/layout/IconVerticalSolidList"/>
    <dgm:cxn modelId="{66DC8984-CA91-4B4E-8AC8-799C03B3EC00}" type="presParOf" srcId="{F331F051-2DB7-4D44-B1D9-5074D9B9EADE}" destId="{16D20C94-7695-49A7-AFC7-4D5D02D46F88}" srcOrd="3" destOrd="0" presId="urn:microsoft.com/office/officeart/2018/2/layout/IconVerticalSolidList"/>
    <dgm:cxn modelId="{A8258814-94EE-4B39-8B72-523BAA7B54A8}" type="presParOf" srcId="{F331F051-2DB7-4D44-B1D9-5074D9B9EADE}" destId="{98B0D888-8B94-42C9-AA02-D610844AED50}" srcOrd="4" destOrd="0" presId="urn:microsoft.com/office/officeart/2018/2/layout/IconVerticalSolidList"/>
    <dgm:cxn modelId="{7FBEF88E-8B5D-475E-A7E9-6BB229CA9ADF}" type="presParOf" srcId="{98B0D888-8B94-42C9-AA02-D610844AED50}" destId="{42B99E90-5680-45E5-8524-388CCDF5679E}" srcOrd="0" destOrd="0" presId="urn:microsoft.com/office/officeart/2018/2/layout/IconVerticalSolidList"/>
    <dgm:cxn modelId="{421C6F34-75F2-4B1C-923D-3996DE2799A1}" type="presParOf" srcId="{98B0D888-8B94-42C9-AA02-D610844AED50}" destId="{8A55D98E-ACD8-4535-843F-FD03A4E84A3E}" srcOrd="1" destOrd="0" presId="urn:microsoft.com/office/officeart/2018/2/layout/IconVerticalSolidList"/>
    <dgm:cxn modelId="{60819FF0-288E-453D-8B40-9A345421E9A4}" type="presParOf" srcId="{98B0D888-8B94-42C9-AA02-D610844AED50}" destId="{D6ED96DE-DBA8-4518-AC9B-98651B5DC892}" srcOrd="2" destOrd="0" presId="urn:microsoft.com/office/officeart/2018/2/layout/IconVerticalSolidList"/>
    <dgm:cxn modelId="{B80D2F50-98FD-4CC9-B426-16DD10D018D5}" type="presParOf" srcId="{98B0D888-8B94-42C9-AA02-D610844AED50}" destId="{5B7BE120-5B7C-45A9-B575-52F5A70190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F5E42E-EE11-4283-B931-43778C7BB5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72F69F-B256-4D35-8624-B6CABA985484}">
      <dgm:prSet/>
      <dgm:spPr/>
      <dgm:t>
        <a:bodyPr/>
        <a:lstStyle/>
        <a:p>
          <a:r>
            <a:rPr lang="en-US"/>
            <a:t>The Multi-Room Chat Application successfully demonstrates real-time message exchange across rooms using Flask and Socket.IO. </a:t>
          </a:r>
        </a:p>
      </dgm:t>
    </dgm:pt>
    <dgm:pt modelId="{55689E24-3B38-425E-91B2-0DFA035711EF}" type="parTrans" cxnId="{3F1DCA51-13FC-4822-AB69-C3654D5FC1A5}">
      <dgm:prSet/>
      <dgm:spPr/>
      <dgm:t>
        <a:bodyPr/>
        <a:lstStyle/>
        <a:p>
          <a:endParaRPr lang="en-US"/>
        </a:p>
      </dgm:t>
    </dgm:pt>
    <dgm:pt modelId="{04CA0EB2-BAF9-4631-B23B-CE6C059DEFFC}" type="sibTrans" cxnId="{3F1DCA51-13FC-4822-AB69-C3654D5FC1A5}">
      <dgm:prSet/>
      <dgm:spPr/>
      <dgm:t>
        <a:bodyPr/>
        <a:lstStyle/>
        <a:p>
          <a:endParaRPr lang="en-US"/>
        </a:p>
      </dgm:t>
    </dgm:pt>
    <dgm:pt modelId="{A2704338-DB44-4933-A43C-05A6C33076C6}">
      <dgm:prSet/>
      <dgm:spPr/>
      <dgm:t>
        <a:bodyPr/>
        <a:lstStyle/>
        <a:p>
          <a:r>
            <a:rPr lang="en-US"/>
            <a:t>It is efficient, simple to deploy, and provides a foundation for scalable communication systems.</a:t>
          </a:r>
        </a:p>
      </dgm:t>
    </dgm:pt>
    <dgm:pt modelId="{B851EEEE-7443-4C70-B839-2FF4F7355C84}" type="parTrans" cxnId="{68B614D4-9298-4110-9223-E0C93BE74E67}">
      <dgm:prSet/>
      <dgm:spPr/>
      <dgm:t>
        <a:bodyPr/>
        <a:lstStyle/>
        <a:p>
          <a:endParaRPr lang="en-US"/>
        </a:p>
      </dgm:t>
    </dgm:pt>
    <dgm:pt modelId="{F85A170F-5754-4D2F-B7FF-2D71B165F98E}" type="sibTrans" cxnId="{68B614D4-9298-4110-9223-E0C93BE74E67}">
      <dgm:prSet/>
      <dgm:spPr/>
      <dgm:t>
        <a:bodyPr/>
        <a:lstStyle/>
        <a:p>
          <a:endParaRPr lang="en-US"/>
        </a:p>
      </dgm:t>
    </dgm:pt>
    <dgm:pt modelId="{4984B2BB-A4F2-4A50-BE4B-189C335C05F1}" type="pres">
      <dgm:prSet presAssocID="{DCF5E42E-EE11-4283-B931-43778C7BB59E}" presName="root" presStyleCnt="0">
        <dgm:presLayoutVars>
          <dgm:dir/>
          <dgm:resizeHandles val="exact"/>
        </dgm:presLayoutVars>
      </dgm:prSet>
      <dgm:spPr/>
    </dgm:pt>
    <dgm:pt modelId="{F5DE7F34-7BA3-4956-9F97-5887341EBD7E}" type="pres">
      <dgm:prSet presAssocID="{4D72F69F-B256-4D35-8624-B6CABA985484}" presName="compNode" presStyleCnt="0"/>
      <dgm:spPr/>
    </dgm:pt>
    <dgm:pt modelId="{8DF9DC01-E3B4-4F37-9DC9-B0DAC7E2AD2A}" type="pres">
      <dgm:prSet presAssocID="{4D72F69F-B256-4D35-8624-B6CABA985484}" presName="bgRect" presStyleLbl="bgShp" presStyleIdx="0" presStyleCnt="2"/>
      <dgm:spPr/>
    </dgm:pt>
    <dgm:pt modelId="{F612FF82-3697-4405-BB3F-174BFB3DC253}" type="pres">
      <dgm:prSet presAssocID="{4D72F69F-B256-4D35-8624-B6CABA98548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63E8894-9E99-41C5-BDFE-DFADD35DDDD2}" type="pres">
      <dgm:prSet presAssocID="{4D72F69F-B256-4D35-8624-B6CABA985484}" presName="spaceRect" presStyleCnt="0"/>
      <dgm:spPr/>
    </dgm:pt>
    <dgm:pt modelId="{39EE2556-B57C-4BB7-A339-5A5A043D7051}" type="pres">
      <dgm:prSet presAssocID="{4D72F69F-B256-4D35-8624-B6CABA985484}" presName="parTx" presStyleLbl="revTx" presStyleIdx="0" presStyleCnt="2">
        <dgm:presLayoutVars>
          <dgm:chMax val="0"/>
          <dgm:chPref val="0"/>
        </dgm:presLayoutVars>
      </dgm:prSet>
      <dgm:spPr/>
    </dgm:pt>
    <dgm:pt modelId="{1E0D3E78-2F32-4EDD-A099-F3F5C75EA492}" type="pres">
      <dgm:prSet presAssocID="{04CA0EB2-BAF9-4631-B23B-CE6C059DEFFC}" presName="sibTrans" presStyleCnt="0"/>
      <dgm:spPr/>
    </dgm:pt>
    <dgm:pt modelId="{52A8EFF7-0145-4386-BD09-49C4EC86A9C0}" type="pres">
      <dgm:prSet presAssocID="{A2704338-DB44-4933-A43C-05A6C33076C6}" presName="compNode" presStyleCnt="0"/>
      <dgm:spPr/>
    </dgm:pt>
    <dgm:pt modelId="{254F0BCA-121A-4FEB-B94A-0ABDC19CB8B4}" type="pres">
      <dgm:prSet presAssocID="{A2704338-DB44-4933-A43C-05A6C33076C6}" presName="bgRect" presStyleLbl="bgShp" presStyleIdx="1" presStyleCnt="2"/>
      <dgm:spPr/>
    </dgm:pt>
    <dgm:pt modelId="{67F28A48-C3CB-483C-994B-AFF5A105753C}" type="pres">
      <dgm:prSet presAssocID="{A2704338-DB44-4933-A43C-05A6C33076C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A3C4783-5D0F-4C0A-981D-F383828830EA}" type="pres">
      <dgm:prSet presAssocID="{A2704338-DB44-4933-A43C-05A6C33076C6}" presName="spaceRect" presStyleCnt="0"/>
      <dgm:spPr/>
    </dgm:pt>
    <dgm:pt modelId="{056F77C2-9CDB-49D5-BD20-19C40A5C34E5}" type="pres">
      <dgm:prSet presAssocID="{A2704338-DB44-4933-A43C-05A6C33076C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856E45-590E-4A58-B355-1541D8C2E1C5}" type="presOf" srcId="{4D72F69F-B256-4D35-8624-B6CABA985484}" destId="{39EE2556-B57C-4BB7-A339-5A5A043D7051}" srcOrd="0" destOrd="0" presId="urn:microsoft.com/office/officeart/2018/2/layout/IconVerticalSolidList"/>
    <dgm:cxn modelId="{3F1DCA51-13FC-4822-AB69-C3654D5FC1A5}" srcId="{DCF5E42E-EE11-4283-B931-43778C7BB59E}" destId="{4D72F69F-B256-4D35-8624-B6CABA985484}" srcOrd="0" destOrd="0" parTransId="{55689E24-3B38-425E-91B2-0DFA035711EF}" sibTransId="{04CA0EB2-BAF9-4631-B23B-CE6C059DEFFC}"/>
    <dgm:cxn modelId="{C9B8E754-6298-4373-831E-92C1C1C43301}" type="presOf" srcId="{DCF5E42E-EE11-4283-B931-43778C7BB59E}" destId="{4984B2BB-A4F2-4A50-BE4B-189C335C05F1}" srcOrd="0" destOrd="0" presId="urn:microsoft.com/office/officeart/2018/2/layout/IconVerticalSolidList"/>
    <dgm:cxn modelId="{68B614D4-9298-4110-9223-E0C93BE74E67}" srcId="{DCF5E42E-EE11-4283-B931-43778C7BB59E}" destId="{A2704338-DB44-4933-A43C-05A6C33076C6}" srcOrd="1" destOrd="0" parTransId="{B851EEEE-7443-4C70-B839-2FF4F7355C84}" sibTransId="{F85A170F-5754-4D2F-B7FF-2D71B165F98E}"/>
    <dgm:cxn modelId="{E91AFCEA-3E08-457F-AF18-27CDC946E2CA}" type="presOf" srcId="{A2704338-DB44-4933-A43C-05A6C33076C6}" destId="{056F77C2-9CDB-49D5-BD20-19C40A5C34E5}" srcOrd="0" destOrd="0" presId="urn:microsoft.com/office/officeart/2018/2/layout/IconVerticalSolidList"/>
    <dgm:cxn modelId="{75BFBB46-DE4D-4ECD-A575-986959F04CC6}" type="presParOf" srcId="{4984B2BB-A4F2-4A50-BE4B-189C335C05F1}" destId="{F5DE7F34-7BA3-4956-9F97-5887341EBD7E}" srcOrd="0" destOrd="0" presId="urn:microsoft.com/office/officeart/2018/2/layout/IconVerticalSolidList"/>
    <dgm:cxn modelId="{B9C9D561-3A27-4FA1-8CCC-91689FDD4BD6}" type="presParOf" srcId="{F5DE7F34-7BA3-4956-9F97-5887341EBD7E}" destId="{8DF9DC01-E3B4-4F37-9DC9-B0DAC7E2AD2A}" srcOrd="0" destOrd="0" presId="urn:microsoft.com/office/officeart/2018/2/layout/IconVerticalSolidList"/>
    <dgm:cxn modelId="{430D891D-AECA-4F65-8EA8-3AE70A1955FF}" type="presParOf" srcId="{F5DE7F34-7BA3-4956-9F97-5887341EBD7E}" destId="{F612FF82-3697-4405-BB3F-174BFB3DC253}" srcOrd="1" destOrd="0" presId="urn:microsoft.com/office/officeart/2018/2/layout/IconVerticalSolidList"/>
    <dgm:cxn modelId="{3928AF4C-043B-4960-A86A-F39E10F5900A}" type="presParOf" srcId="{F5DE7F34-7BA3-4956-9F97-5887341EBD7E}" destId="{B63E8894-9E99-41C5-BDFE-DFADD35DDDD2}" srcOrd="2" destOrd="0" presId="urn:microsoft.com/office/officeart/2018/2/layout/IconVerticalSolidList"/>
    <dgm:cxn modelId="{D5F906CC-EF4D-4024-BE6F-63C069748F91}" type="presParOf" srcId="{F5DE7F34-7BA3-4956-9F97-5887341EBD7E}" destId="{39EE2556-B57C-4BB7-A339-5A5A043D7051}" srcOrd="3" destOrd="0" presId="urn:microsoft.com/office/officeart/2018/2/layout/IconVerticalSolidList"/>
    <dgm:cxn modelId="{59D3CF05-ED4A-465B-BDF7-3801D28BAC5B}" type="presParOf" srcId="{4984B2BB-A4F2-4A50-BE4B-189C335C05F1}" destId="{1E0D3E78-2F32-4EDD-A099-F3F5C75EA492}" srcOrd="1" destOrd="0" presId="urn:microsoft.com/office/officeart/2018/2/layout/IconVerticalSolidList"/>
    <dgm:cxn modelId="{3CB750C2-E4BB-4D84-94EA-16B5837423EC}" type="presParOf" srcId="{4984B2BB-A4F2-4A50-BE4B-189C335C05F1}" destId="{52A8EFF7-0145-4386-BD09-49C4EC86A9C0}" srcOrd="2" destOrd="0" presId="urn:microsoft.com/office/officeart/2018/2/layout/IconVerticalSolidList"/>
    <dgm:cxn modelId="{90B207D5-61F3-4575-AAFC-4BB9B0EB9EBE}" type="presParOf" srcId="{52A8EFF7-0145-4386-BD09-49C4EC86A9C0}" destId="{254F0BCA-121A-4FEB-B94A-0ABDC19CB8B4}" srcOrd="0" destOrd="0" presId="urn:microsoft.com/office/officeart/2018/2/layout/IconVerticalSolidList"/>
    <dgm:cxn modelId="{6BA3FF12-2081-4E25-ADAF-B3174BD48F8F}" type="presParOf" srcId="{52A8EFF7-0145-4386-BD09-49C4EC86A9C0}" destId="{67F28A48-C3CB-483C-994B-AFF5A105753C}" srcOrd="1" destOrd="0" presId="urn:microsoft.com/office/officeart/2018/2/layout/IconVerticalSolidList"/>
    <dgm:cxn modelId="{B94BEF01-D0E9-4B7F-8F5F-C3ABF80D6425}" type="presParOf" srcId="{52A8EFF7-0145-4386-BD09-49C4EC86A9C0}" destId="{DA3C4783-5D0F-4C0A-981D-F383828830EA}" srcOrd="2" destOrd="0" presId="urn:microsoft.com/office/officeart/2018/2/layout/IconVerticalSolidList"/>
    <dgm:cxn modelId="{76141CE9-AB6C-432F-B877-FF201BAA567E}" type="presParOf" srcId="{52A8EFF7-0145-4386-BD09-49C4EC86A9C0}" destId="{056F77C2-9CDB-49D5-BD20-19C40A5C34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D8872-3825-4C9A-9347-EFA00E858B66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49D1D-E8D8-4CBE-8446-0E2789612A9D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DAB84-D181-41C2-92C3-0C82A9CD822F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Communication systems are a core aspect of networking.</a:t>
          </a:r>
        </a:p>
      </dsp:txBody>
      <dsp:txXfrm>
        <a:off x="1249101" y="462"/>
        <a:ext cx="8809298" cy="1081473"/>
      </dsp:txXfrm>
    </dsp:sp>
    <dsp:sp modelId="{D6642B71-8CB8-4529-9135-1416F44EA6AB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44D38-C9C7-4BBC-B77E-C58FC3C3259E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12AEF-106F-487E-9A84-53A3909422EC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Chat applications facilitate real-time message exchange between clients through a server.</a:t>
          </a:r>
        </a:p>
      </dsp:txBody>
      <dsp:txXfrm>
        <a:off x="1249101" y="1352303"/>
        <a:ext cx="8809298" cy="1081473"/>
      </dsp:txXfrm>
    </dsp:sp>
    <dsp:sp modelId="{09C13B4E-1D51-4DF9-BC2B-7F4CB245A6EF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D63A6-610B-4F40-8F5F-2C863BE92807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C5377-A6AF-446B-883B-A1FC68F07A44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project focuses on enabling multiple users to join specific chat rooms, enhancing privacy and scalability.</a:t>
          </a:r>
        </a:p>
      </dsp:txBody>
      <dsp:txXfrm>
        <a:off x="1249101" y="2704144"/>
        <a:ext cx="8809298" cy="10814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D5EC7-B450-4EF0-B4C1-5BAB2A3DB162}">
      <dsp:nvSpPr>
        <dsp:cNvPr id="0" name=""/>
        <dsp:cNvSpPr/>
      </dsp:nvSpPr>
      <dsp:spPr>
        <a:xfrm>
          <a:off x="0" y="1669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97833-B495-46F3-825D-F250DF1CA424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CC83E-EB00-4F6A-80D8-7F417542F484}">
      <dsp:nvSpPr>
        <dsp:cNvPr id="0" name=""/>
        <dsp:cNvSpPr/>
      </dsp:nvSpPr>
      <dsp:spPr>
        <a:xfrm>
          <a:off x="977499" y="1669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Real-time, low-latency communication.</a:t>
          </a:r>
        </a:p>
      </dsp:txBody>
      <dsp:txXfrm>
        <a:off x="977499" y="1669"/>
        <a:ext cx="9080900" cy="846320"/>
      </dsp:txXfrm>
    </dsp:sp>
    <dsp:sp modelId="{F0073C8A-5DE9-487C-B482-058D5669FB61}">
      <dsp:nvSpPr>
        <dsp:cNvPr id="0" name=""/>
        <dsp:cNvSpPr/>
      </dsp:nvSpPr>
      <dsp:spPr>
        <a:xfrm>
          <a:off x="0" y="1059569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D3131-6ECC-4FCE-A936-1C6072ED27F7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D496B-3EB9-4750-85FF-79D00EB6440D}">
      <dsp:nvSpPr>
        <dsp:cNvPr id="0" name=""/>
        <dsp:cNvSpPr/>
      </dsp:nvSpPr>
      <dsp:spPr>
        <a:xfrm>
          <a:off x="977499" y="1059569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Simple and scalable backend.</a:t>
          </a:r>
        </a:p>
      </dsp:txBody>
      <dsp:txXfrm>
        <a:off x="977499" y="1059569"/>
        <a:ext cx="9080900" cy="846320"/>
      </dsp:txXfrm>
    </dsp:sp>
    <dsp:sp modelId="{FC066FA9-F850-4955-BDC0-43A1331E6106}">
      <dsp:nvSpPr>
        <dsp:cNvPr id="0" name=""/>
        <dsp:cNvSpPr/>
      </dsp:nvSpPr>
      <dsp:spPr>
        <a:xfrm>
          <a:off x="0" y="2117470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90288-019F-4276-B0C5-B568EE2AB2E5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F83ED-522E-4158-9A8F-134E78F70E14}">
      <dsp:nvSpPr>
        <dsp:cNvPr id="0" name=""/>
        <dsp:cNvSpPr/>
      </dsp:nvSpPr>
      <dsp:spPr>
        <a:xfrm>
          <a:off x="977499" y="2117470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Cross-browser compatibility.</a:t>
          </a:r>
        </a:p>
      </dsp:txBody>
      <dsp:txXfrm>
        <a:off x="977499" y="2117470"/>
        <a:ext cx="9080900" cy="846320"/>
      </dsp:txXfrm>
    </dsp:sp>
    <dsp:sp modelId="{E1E80F11-25B2-4860-A0D8-BA7B838DD1FE}">
      <dsp:nvSpPr>
        <dsp:cNvPr id="0" name=""/>
        <dsp:cNvSpPr/>
      </dsp:nvSpPr>
      <dsp:spPr>
        <a:xfrm>
          <a:off x="0" y="3175370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7511C-29C9-478B-A449-5DF3075DE126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6A4D6-E835-4786-992D-2835CA9FAC9E}">
      <dsp:nvSpPr>
        <dsp:cNvPr id="0" name=""/>
        <dsp:cNvSpPr/>
      </dsp:nvSpPr>
      <dsp:spPr>
        <a:xfrm>
          <a:off x="977499" y="3175370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Easy to extend for future features (like file sharing or private chat).</a:t>
          </a:r>
        </a:p>
      </dsp:txBody>
      <dsp:txXfrm>
        <a:off x="977499" y="3175370"/>
        <a:ext cx="9080900" cy="846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546F5-678F-4039-81D5-135BA10A8C87}">
      <dsp:nvSpPr>
        <dsp:cNvPr id="0" name=""/>
        <dsp:cNvSpPr/>
      </dsp:nvSpPr>
      <dsp:spPr>
        <a:xfrm>
          <a:off x="0" y="491"/>
          <a:ext cx="10058399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0A402-80E1-4E53-A880-FED05A698157}">
      <dsp:nvSpPr>
        <dsp:cNvPr id="0" name=""/>
        <dsp:cNvSpPr/>
      </dsp:nvSpPr>
      <dsp:spPr>
        <a:xfrm>
          <a:off x="347648" y="259072"/>
          <a:ext cx="632087" cy="632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01ECB-75CF-41EF-8F54-9F59A765CA0E}">
      <dsp:nvSpPr>
        <dsp:cNvPr id="0" name=""/>
        <dsp:cNvSpPr/>
      </dsp:nvSpPr>
      <dsp:spPr>
        <a:xfrm>
          <a:off x="1327384" y="491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database persistence (messages disappear on refresh).</a:t>
          </a:r>
        </a:p>
      </dsp:txBody>
      <dsp:txXfrm>
        <a:off x="1327384" y="491"/>
        <a:ext cx="8731015" cy="1149250"/>
      </dsp:txXfrm>
    </dsp:sp>
    <dsp:sp modelId="{457B52F5-A7B8-4909-93FF-09FD7FC2088C}">
      <dsp:nvSpPr>
        <dsp:cNvPr id="0" name=""/>
        <dsp:cNvSpPr/>
      </dsp:nvSpPr>
      <dsp:spPr>
        <a:xfrm>
          <a:off x="0" y="1437054"/>
          <a:ext cx="10058399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6FED5-6160-4A58-8875-DDAC90F7D59B}">
      <dsp:nvSpPr>
        <dsp:cNvPr id="0" name=""/>
        <dsp:cNvSpPr/>
      </dsp:nvSpPr>
      <dsp:spPr>
        <a:xfrm>
          <a:off x="347648" y="1695636"/>
          <a:ext cx="632087" cy="632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B95F3-A505-41B6-AC5E-953F5C21329A}">
      <dsp:nvSpPr>
        <dsp:cNvPr id="0" name=""/>
        <dsp:cNvSpPr/>
      </dsp:nvSpPr>
      <dsp:spPr>
        <a:xfrm>
          <a:off x="1327384" y="1437054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Basic security — lacks authentication and encryption.</a:t>
          </a:r>
        </a:p>
      </dsp:txBody>
      <dsp:txXfrm>
        <a:off x="1327384" y="1437054"/>
        <a:ext cx="8731015" cy="1149250"/>
      </dsp:txXfrm>
    </dsp:sp>
    <dsp:sp modelId="{42B99E90-5680-45E5-8524-388CCDF5679E}">
      <dsp:nvSpPr>
        <dsp:cNvPr id="0" name=""/>
        <dsp:cNvSpPr/>
      </dsp:nvSpPr>
      <dsp:spPr>
        <a:xfrm>
          <a:off x="0" y="2873618"/>
          <a:ext cx="10058399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5D98E-ACD8-4535-843F-FD03A4E84A3E}">
      <dsp:nvSpPr>
        <dsp:cNvPr id="0" name=""/>
        <dsp:cNvSpPr/>
      </dsp:nvSpPr>
      <dsp:spPr>
        <a:xfrm>
          <a:off x="347648" y="3132199"/>
          <a:ext cx="632087" cy="632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BE120-5B7C-45A9-B575-52F5A701903F}">
      <dsp:nvSpPr>
        <dsp:cNvPr id="0" name=""/>
        <dsp:cNvSpPr/>
      </dsp:nvSpPr>
      <dsp:spPr>
        <a:xfrm>
          <a:off x="1327384" y="2873618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Limited UI customization.</a:t>
          </a:r>
        </a:p>
      </dsp:txBody>
      <dsp:txXfrm>
        <a:off x="1327384" y="2873618"/>
        <a:ext cx="8731015" cy="1149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9DC01-E3B4-4F37-9DC9-B0DAC7E2AD2A}">
      <dsp:nvSpPr>
        <dsp:cNvPr id="0" name=""/>
        <dsp:cNvSpPr/>
      </dsp:nvSpPr>
      <dsp:spPr>
        <a:xfrm>
          <a:off x="0" y="615237"/>
          <a:ext cx="10058399" cy="11358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2FF82-3697-4405-BB3F-174BFB3DC253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E2556-B57C-4BB7-A339-5A5A043D7051}">
      <dsp:nvSpPr>
        <dsp:cNvPr id="0" name=""/>
        <dsp:cNvSpPr/>
      </dsp:nvSpPr>
      <dsp:spPr>
        <a:xfrm>
          <a:off x="1311876" y="615237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Multi-Room Chat Application successfully demonstrates real-time message exchange across rooms using Flask and Socket.IO. </a:t>
          </a:r>
        </a:p>
      </dsp:txBody>
      <dsp:txXfrm>
        <a:off x="1311876" y="615237"/>
        <a:ext cx="8746523" cy="1135824"/>
      </dsp:txXfrm>
    </dsp:sp>
    <dsp:sp modelId="{254F0BCA-121A-4FEB-B94A-0ABDC19CB8B4}">
      <dsp:nvSpPr>
        <dsp:cNvPr id="0" name=""/>
        <dsp:cNvSpPr/>
      </dsp:nvSpPr>
      <dsp:spPr>
        <a:xfrm>
          <a:off x="0" y="2035018"/>
          <a:ext cx="10058399" cy="11358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F28A48-C3CB-483C-994B-AFF5A105753C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F77C2-9CDB-49D5-BD20-19C40A5C34E5}">
      <dsp:nvSpPr>
        <dsp:cNvPr id="0" name=""/>
        <dsp:cNvSpPr/>
      </dsp:nvSpPr>
      <dsp:spPr>
        <a:xfrm>
          <a:off x="1311876" y="2035018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is efficient, simple to deploy, and provides a foundation for scalable communication systems.</a:t>
          </a:r>
        </a:p>
      </dsp:txBody>
      <dsp:txXfrm>
        <a:off x="1311876" y="2035018"/>
        <a:ext cx="8746523" cy="1135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22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27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2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8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5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E7897-33C5-4F1A-9307-D068E37F3DC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1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6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8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DA38F49-B3E2-4BF0-BEC7-C30D34ABBB8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51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ocket.io/doc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999C9E4D-FF35-C8C1-36FD-7E288CB771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21328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7533F7-4C07-0505-D1D2-505EAB149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IN" sz="9600" b="1" u="heavy" dirty="0">
                <a:solidFill>
                  <a:schemeClr val="tx1">
                    <a:lumMod val="95000"/>
                  </a:schemeClr>
                </a:solidFill>
                <a:uFill>
                  <a:solidFill>
                    <a:schemeClr val="bg1"/>
                  </a:solidFill>
                </a:uFill>
                <a:latin typeface="Aptos Black" panose="020B0004020202020204" pitchFamily="34" charset="0"/>
              </a:rPr>
              <a:t>LINKLINE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F3F26-A89B-B3E0-6B82-3EA173C9C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Multi-Room Chat Application using Flask and Socket.IO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886924-9C7E-4890-8C5E-9D449C595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147A3-C177-493F-AFE0-5842E4EFF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35CF44-6DDC-47A0-B8F5-6D06FFFA8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325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3FFEB-F76C-EC0D-DDA8-089332CB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Project  Description</a:t>
            </a:r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BF1F6098-27C2-EC6D-BFE7-A575A025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87" r="24714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83271-6925-C531-6BA6-0FD9BC2E7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A real-time web-based chat system that allows multiple users to communicate simultaneously across different chat rooms. Built using Flask (Python backend) and Socket.IO for real-time communication.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768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451A-1446-1DA3-F4F4-95CB38E7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Introduction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DFE9B55-8EFE-8031-093E-CF93392588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50398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38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209C-1455-35AF-3F63-3C07B5AD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Literature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DE1C6-04B2-3B18-1BF2-2573B62B5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Review Early chat systems used simple client-server TCP connections.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Modern systems leverage </a:t>
            </a:r>
            <a:r>
              <a:rPr lang="en-US" sz="2800" dirty="0" err="1"/>
              <a:t>WebSockets</a:t>
            </a:r>
            <a:r>
              <a:rPr lang="en-US" sz="2800" dirty="0"/>
              <a:t> for low-latency, bi-directional communication.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Frameworks like Flask-</a:t>
            </a:r>
            <a:r>
              <a:rPr lang="en-US" sz="2800" dirty="0" err="1"/>
              <a:t>SocketIO</a:t>
            </a:r>
            <a:r>
              <a:rPr lang="en-US" sz="2800" dirty="0"/>
              <a:t> make it easier to build real-time applications in Python.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Similar platforms: Slack, Discord, and IRC — all based on room-based architectures.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280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FB35-8A24-24A3-2A47-E16F34BD1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Existing 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424A47-FDBF-BF79-EF32-F0DFCAF9B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965369"/>
              </p:ext>
            </p:extLst>
          </p:nvPr>
        </p:nvGraphicFramePr>
        <p:xfrm>
          <a:off x="1133856" y="1846263"/>
          <a:ext cx="10021504" cy="3916583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315906">
                  <a:extLst>
                    <a:ext uri="{9D8B030D-6E8A-4147-A177-3AD203B41FA5}">
                      <a16:colId xmlns:a16="http://schemas.microsoft.com/office/drawing/2014/main" val="2541373054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212328699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146808020"/>
                    </a:ext>
                  </a:extLst>
                </a:gridCol>
              </a:tblGrid>
              <a:tr h="49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594749"/>
                  </a:ext>
                </a:extLst>
              </a:tr>
              <a:tr h="49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IRC Chat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TCP / 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Lacks GUI, outdated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865631"/>
                  </a:ext>
                </a:extLst>
              </a:tr>
              <a:tr h="85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Simple Flask Chat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 Polling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latency and inefficient real-time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437588"/>
                  </a:ext>
                </a:extLst>
              </a:tr>
              <a:tr h="85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Node.js Socket.IO Chat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 (Node.js)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Python-based; limited integration with 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159642"/>
                  </a:ext>
                </a:extLst>
              </a:tr>
              <a:tr h="121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Our Proposed 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Flask + Socket.IO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Lightweight, Python-native, supports real-time multi-room chat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15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71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0C1A-528E-38A9-3E43-62F422A0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556C-5959-B85A-4D0D-D6E506398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sz="2800" dirty="0"/>
              <a:t>Implemented User login with a username.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Multiple chat rooms support.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Real-time message broadcasting.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User join/leave notifications.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Smooth chat UI with scroll and styling</a:t>
            </a:r>
          </a:p>
        </p:txBody>
      </p:sp>
    </p:spTree>
    <p:extLst>
      <p:ext uri="{BB962C8B-B14F-4D97-AF65-F5344CB8AC3E}">
        <p14:creationId xmlns:p14="http://schemas.microsoft.com/office/powerpoint/2010/main" val="1121071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EA99-3B4E-C385-58FE-A6CA4674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Advantages</a:t>
            </a:r>
            <a:endParaRPr lang="en-IN" b="1" dirty="0">
              <a:solidFill>
                <a:srgbClr val="00B0F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5C8715-BFFB-3266-9E49-D30A73A274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15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CCAD-5711-E48F-013D-2C5FD8A4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Limitations</a:t>
            </a:r>
            <a:endParaRPr lang="en-IN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BAC98D-8437-AFA2-0AE6-297F59CBB0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184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B722-2E2C-8DD3-5F29-B2E37B58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D0F6D1-321A-EF08-D85A-0A5C9DE48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804883"/>
              </p:ext>
            </p:extLst>
          </p:nvPr>
        </p:nvGraphicFramePr>
        <p:xfrm>
          <a:off x="1066801" y="1963220"/>
          <a:ext cx="10058397" cy="3884686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885998769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489393790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17966410"/>
                    </a:ext>
                  </a:extLst>
                </a:gridCol>
              </a:tblGrid>
              <a:tr h="541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Application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Applications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898285"/>
                  </a:ext>
                </a:extLst>
              </a:tr>
              <a:tr h="93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Latency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(real-time response)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(depends on polling or heavier frameworks)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649784"/>
                  </a:ext>
                </a:extLst>
              </a:tr>
              <a:tr h="541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 Stack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Flask + Socket.IO (Python-based)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 / React (JavaScript-based)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307844"/>
                  </a:ext>
                </a:extLst>
              </a:tr>
              <a:tr h="93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Simplicity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— minimal, easy-to-understand codebase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— multiple dependencies and frameworks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030704"/>
                  </a:ext>
                </a:extLst>
              </a:tr>
              <a:tr h="93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Deployment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— lightweight, Python-native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Requires additional setup and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708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14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008D65-4C48-4CAB-8600-9F4C427CE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286FC8-DD5D-4402-A2C0-8739BDAFE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C23917-FA20-4DBD-BA3C-868A3EA84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3CDED73-D302-4C87-9204-09E203458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C7C19-C44C-9E2C-9090-343A6D7A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>
                <a:solidFill>
                  <a:schemeClr val="tx1">
                    <a:lumMod val="85000"/>
                    <a:lumOff val="15000"/>
                  </a:schemeClr>
                </a:solidFill>
              </a:rPr>
              <a:t>Login page</a:t>
            </a:r>
            <a:endParaRPr lang="en-US" sz="6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D4C75-9EB0-CF76-A89D-AB558F75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" r="-1" b="-1"/>
          <a:stretch>
            <a:fillRect/>
          </a:stretch>
        </p:blipFill>
        <p:spPr>
          <a:xfrm>
            <a:off x="635457" y="640080"/>
            <a:ext cx="10916463" cy="36027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F6FAE2-B45F-4759-8ADC-8BD2B5671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B6A7A-6EC8-4CA8-B8A4-8146665E5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D04765-7D44-40E0-A740-E0DD3865F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38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D1D1210-3BD3-4C6E-AD1B-07BFB5ABD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947F56-9DBB-4FF9-ABF2-5B7B3C7B5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E21A4B-9996-44C9-AE8B-9B156A6CD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AA95A4F-6851-483E-8C86-31AA85F75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128DE-4A0E-AE0B-6282-E1244CC5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b="1">
                <a:solidFill>
                  <a:schemeClr val="tx1">
                    <a:lumMod val="85000"/>
                    <a:lumOff val="15000"/>
                  </a:schemeClr>
                </a:solidFill>
              </a:rPr>
              <a:t>Chat room with messages:</a:t>
            </a:r>
            <a:endParaRPr lang="en-US" sz="6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DEE6D-B707-168D-94A5-5DE4647C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799726"/>
            <a:ext cx="6912217" cy="4734866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67B80F-DC96-4AB3-BCAC-07B698F6F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02C23A-5B68-4151-A35E-69055BD5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C535E-8900-4C12-9B34-681C17AD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88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1D1210-3BD3-4C6E-AD1B-07BFB5ABD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947F56-9DBB-4FF9-ABF2-5B7B3C7B5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E21A4B-9996-44C9-AE8B-9B156A6CD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3AC882-1484-4B82-95B5-CD05D59A1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FEC21-8533-C6A3-987D-4928256E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chemeClr val="tx1">
                    <a:lumMod val="85000"/>
                    <a:lumOff val="15000"/>
                  </a:schemeClr>
                </a:solidFill>
              </a:rPr>
              <a:t>Multiple users joining</a:t>
            </a:r>
            <a:endParaRPr lang="en-US" sz="8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B8E97-E164-9C8B-ED9F-D509C471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036979"/>
            <a:ext cx="5462001" cy="426036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4D4AAE-0006-4F1A-9EB8-25A5C8C37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7E0F856-61AB-4439-96DA-E1D06D9B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9EBCC9-9675-4AC1-9E04-EBAD183DF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D600-71A9-DDA0-EACC-0B6D4591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  <a:endParaRPr lang="en-IN" b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E1C642-F395-2ADA-8F37-ADBFE0150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50601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5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7215-DEC0-DE4B-1DDB-C8646CB9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References (IEEE Format)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87C9-5DB1-57DA-88C7-1E1F1E4B3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1. M. Grinberg, Flask Web Development, O’Reilly Media, 2018.</a:t>
            </a:r>
          </a:p>
          <a:p>
            <a:r>
              <a:rPr lang="en-IN" sz="2400" dirty="0"/>
              <a:t>2. Socket.IO Documentation, “Socket.IO - Real-time bidirectional event-based communication,” [Online]. Available: </a:t>
            </a:r>
            <a:r>
              <a:rPr lang="en-IN" sz="2400" dirty="0">
                <a:hlinkClick r:id="rId2"/>
              </a:rPr>
              <a:t>https://socket.io/docs/</a:t>
            </a:r>
            <a:endParaRPr lang="en-IN" sz="2400" dirty="0"/>
          </a:p>
          <a:p>
            <a:r>
              <a:rPr lang="en-IN" sz="2400" dirty="0"/>
              <a:t>3. A. Tanenbaum and D. Wetherall, Computer Networks, 5th ed., Pearson, 2011.</a:t>
            </a:r>
          </a:p>
          <a:p>
            <a:r>
              <a:rPr lang="en-IN" sz="2400" dirty="0"/>
              <a:t>4. Python Software Foundation, “Flask Framework,” [Online]. Available: https://flask.palletsprojects.com/</a:t>
            </a:r>
          </a:p>
        </p:txBody>
      </p:sp>
    </p:spTree>
    <p:extLst>
      <p:ext uri="{BB962C8B-B14F-4D97-AF65-F5344CB8AC3E}">
        <p14:creationId xmlns:p14="http://schemas.microsoft.com/office/powerpoint/2010/main" val="18103537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</TotalTime>
  <Words>483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Black</vt:lpstr>
      <vt:lpstr>Bahnschrift SemiBold SemiConden</vt:lpstr>
      <vt:lpstr>Calibri</vt:lpstr>
      <vt:lpstr>Calibri Light</vt:lpstr>
      <vt:lpstr>Wingdings</vt:lpstr>
      <vt:lpstr>Retrospect</vt:lpstr>
      <vt:lpstr>LINKLINE</vt:lpstr>
      <vt:lpstr>Project  Description</vt:lpstr>
      <vt:lpstr>Introduction</vt:lpstr>
      <vt:lpstr>Literature</vt:lpstr>
      <vt:lpstr>Existing  Methods</vt:lpstr>
      <vt:lpstr>Functionalities</vt:lpstr>
      <vt:lpstr>Advantages</vt:lpstr>
      <vt:lpstr>Limitations</vt:lpstr>
      <vt:lpstr>Performance Comparison</vt:lpstr>
      <vt:lpstr>Login page</vt:lpstr>
      <vt:lpstr>Chat room with messages:</vt:lpstr>
      <vt:lpstr>Multiple users joining</vt:lpstr>
      <vt:lpstr>Conclusion</vt:lpstr>
      <vt:lpstr>References (IEEE Format)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Nirdesh Thakkallapelly</dc:creator>
  <cp:lastModifiedBy>23-733-032_MANKALI RAKESH</cp:lastModifiedBy>
  <cp:revision>2</cp:revision>
  <dcterms:created xsi:type="dcterms:W3CDTF">2025-10-21T17:09:00Z</dcterms:created>
  <dcterms:modified xsi:type="dcterms:W3CDTF">2025-10-22T09:46:04Z</dcterms:modified>
</cp:coreProperties>
</file>